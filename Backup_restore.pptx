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61" r:id="rId3"/>
    <p:sldId id="307" r:id="rId4"/>
    <p:sldId id="296" r:id="rId5"/>
    <p:sldId id="297" r:id="rId6"/>
    <p:sldId id="298" r:id="rId7"/>
    <p:sldId id="299" r:id="rId8"/>
    <p:sldId id="300" r:id="rId9"/>
    <p:sldId id="302" r:id="rId10"/>
    <p:sldId id="303" r:id="rId11"/>
    <p:sldId id="304" r:id="rId12"/>
    <p:sldId id="306" r:id="rId13"/>
    <p:sldId id="260" r:id="rId14"/>
  </p:sldIdLst>
  <p:sldSz cx="9144000" cy="5143500" type="screen16x9"/>
  <p:notesSz cx="6858000" cy="9144000"/>
  <p:embeddedFontLst>
    <p:embeddedFont>
      <p:font typeface="Cairo" panose="020B0604020202020204" charset="-78"/>
      <p:regular r:id="rId16"/>
      <p:bold r:id="rId17"/>
    </p:embeddedFont>
    <p:embeddedFont>
      <p:font typeface="Raleway" pitchFamily="2" charset="0"/>
      <p:regular r:id="rId18"/>
      <p:bold r:id="rId19"/>
      <p:italic r:id="rId20"/>
      <p:boldItalic r:id="rId21"/>
    </p:embeddedFont>
    <p:embeddedFont>
      <p:font typeface="Space Grotesk" panose="020B0604020202020204" charset="0"/>
      <p:regular r:id="rId22"/>
      <p:bold r:id="rId23"/>
    </p:embeddedFont>
    <p:embeddedFont>
      <p:font typeface="Space Grotesk Medium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3039BA-B54F-41FA-A2C5-A7817ACD34B7}">
  <a:tblStyle styleId="{9C3039BA-B54F-41FA-A2C5-A7817ACD34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47B65B-4914-40A4-9418-A2ABA07E40A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3A5FDDCB-9E75-01A0-715A-7192C5DA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FB10C8D7-F0BD-3B06-85F8-2C614868D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D3453DD8-84DC-AE65-96D5-377990EBB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595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17452BD0-3CEE-2C0A-6D14-A82FA7687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6A02BA68-9ADB-08BA-1AD7-E893E764D3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3A75167E-352C-9543-91CC-07F38AC6E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3874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2E8188AB-7098-CA3B-9822-C46E34E4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B5CAC55B-4B38-FD70-0BD5-14A98DCF9C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DAE94B64-2255-81B5-D5CA-CFC9588B5C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2103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ED297A64-85E3-0AC1-C2E9-F5BC935F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746A8988-A183-F8EC-A2EB-E4E2C1E823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530285B7-C235-BE3D-E445-0A3091D4D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1245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D08D5DB4-5843-FDF0-5AB0-F2F8418E6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D472B171-9D26-207F-7482-B06D44A6FF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5443D80D-E41D-BDFB-0227-6AD9D333A6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7264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162225FD-8E18-0F08-DC4C-26FBF0A0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5771B66F-3273-53A4-9C33-E530C7EAE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802E891A-AF57-7D9A-3C2C-E319570341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878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DFFC61CE-C8C9-2A0F-D472-EA576FA4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13B1900E-88D3-3458-3CB0-B08C663BD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6E81C888-0B21-C9DA-9E72-125F5C9029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4432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8DD81D1D-70CE-9A19-AD2F-65217CDEE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74736334-D651-F19F-3DE2-1A2472CB81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2A2ED325-F2CE-7848-E511-0535AA84EC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19733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5B472F11-719D-0A0A-6144-F6642AD09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F5E9EC6B-EC69-355A-8738-E5AD55EDC2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B1E28CBD-4F78-2799-5925-0821FE195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4648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>
          <a:extLst>
            <a:ext uri="{FF2B5EF4-FFF2-40B4-BE49-F238E27FC236}">
              <a16:creationId xmlns:a16="http://schemas.microsoft.com/office/drawing/2014/main" id="{C85D5459-FA24-F86E-3BBC-D1FDC5CA2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54dda1946d_6_332:notes">
            <a:extLst>
              <a:ext uri="{FF2B5EF4-FFF2-40B4-BE49-F238E27FC236}">
                <a16:creationId xmlns:a16="http://schemas.microsoft.com/office/drawing/2014/main" id="{B2B673D3-9973-1307-2ADA-8D2AC7C7D3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54dda1946d_6_332:notes">
            <a:extLst>
              <a:ext uri="{FF2B5EF4-FFF2-40B4-BE49-F238E27FC236}">
                <a16:creationId xmlns:a16="http://schemas.microsoft.com/office/drawing/2014/main" id="{FB7CD44C-7E82-79A7-47A2-99CCEF182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2470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2205375"/>
            <a:ext cx="5257800" cy="161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solidFill>
                  <a:srgbClr val="24116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0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4047175" y="2388500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438750"/>
            <a:ext cx="1230300" cy="88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pic>
        <p:nvPicPr>
          <p:cNvPr id="15" name="Google Shape;1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4416200" y="2886625"/>
            <a:ext cx="4727801" cy="2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1"/>
          </p:nvPr>
        </p:nvSpPr>
        <p:spPr>
          <a:xfrm>
            <a:off x="4911639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2"/>
          </p:nvPr>
        </p:nvSpPr>
        <p:spPr>
          <a:xfrm>
            <a:off x="1808050" y="2679824"/>
            <a:ext cx="2424300" cy="15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3"/>
          </p:nvPr>
        </p:nvSpPr>
        <p:spPr>
          <a:xfrm>
            <a:off x="1808050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4"/>
          </p:nvPr>
        </p:nvSpPr>
        <p:spPr>
          <a:xfrm>
            <a:off x="4911639" y="2244217"/>
            <a:ext cx="2424300" cy="44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32" name="Google Shape;32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33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" name="Google Shape;34;p5"/>
          <p:cNvGrpSpPr/>
          <p:nvPr/>
        </p:nvGrpSpPr>
        <p:grpSpPr>
          <a:xfrm rot="-10539848" flipH="1">
            <a:off x="6108563" y="4049075"/>
            <a:ext cx="4573901" cy="3479217"/>
            <a:chOff x="1522650" y="1117750"/>
            <a:chExt cx="4574075" cy="3479350"/>
          </a:xfrm>
        </p:grpSpPr>
        <p:sp>
          <p:nvSpPr>
            <p:cNvPr id="35" name="Google Shape;35;p5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10" y="0"/>
            <a:ext cx="9143991" cy="5143500"/>
            <a:chOff x="10" y="0"/>
            <a:chExt cx="9143991" cy="5143500"/>
          </a:xfrm>
        </p:grpSpPr>
        <p:pic>
          <p:nvPicPr>
            <p:cNvPr id="57" name="Google Shape;57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4416200" y="2886625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" name="Google Shape;59;p8"/>
          <p:cNvGrpSpPr/>
          <p:nvPr/>
        </p:nvGrpSpPr>
        <p:grpSpPr>
          <a:xfrm rot="756538">
            <a:off x="5159567" y="-1927047"/>
            <a:ext cx="4574157" cy="3479412"/>
            <a:chOff x="1522650" y="1117750"/>
            <a:chExt cx="4574075" cy="3479350"/>
          </a:xfrm>
        </p:grpSpPr>
        <p:sp>
          <p:nvSpPr>
            <p:cNvPr id="60" name="Google Shape;60;p8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3830000" y="17164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9"/>
          <p:cNvGrpSpPr/>
          <p:nvPr/>
        </p:nvGrpSpPr>
        <p:grpSpPr>
          <a:xfrm rot="756538">
            <a:off x="-714808" y="-2409347"/>
            <a:ext cx="4574157" cy="3479412"/>
            <a:chOff x="1522650" y="1117750"/>
            <a:chExt cx="4574075" cy="3479350"/>
          </a:xfrm>
        </p:grpSpPr>
        <p:sp>
          <p:nvSpPr>
            <p:cNvPr id="65" name="Google Shape;65;p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9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68" name="Google Shape;68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713225" y="15289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1"/>
          </p:nvPr>
        </p:nvSpPr>
        <p:spPr>
          <a:xfrm>
            <a:off x="713225" y="3640050"/>
            <a:ext cx="4872900" cy="4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57132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10"/>
          <p:cNvGrpSpPr/>
          <p:nvPr/>
        </p:nvGrpSpPr>
        <p:grpSpPr>
          <a:xfrm>
            <a:off x="0" y="4"/>
            <a:ext cx="9144004" cy="5143496"/>
            <a:chOff x="0" y="4"/>
            <a:chExt cx="9144004" cy="5143496"/>
          </a:xfrm>
        </p:grpSpPr>
        <p:pic>
          <p:nvPicPr>
            <p:cNvPr id="76" name="Google Shape;76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564975" y="1487975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6335799" y="-429125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8" name="Google Shape;78;p10"/>
          <p:cNvGrpSpPr/>
          <p:nvPr/>
        </p:nvGrpSpPr>
        <p:grpSpPr>
          <a:xfrm>
            <a:off x="-896231" y="-2525369"/>
            <a:ext cx="11703669" cy="10221582"/>
            <a:chOff x="-896231" y="-2525369"/>
            <a:chExt cx="11703669" cy="10221582"/>
          </a:xfrm>
        </p:grpSpPr>
        <p:grpSp>
          <p:nvGrpSpPr>
            <p:cNvPr id="79" name="Google Shape;79;p10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80" name="Google Shape;80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10"/>
            <p:cNvGrpSpPr/>
            <p:nvPr/>
          </p:nvGrpSpPr>
          <p:grpSpPr>
            <a:xfrm>
              <a:off x="-896231" y="-2525369"/>
              <a:ext cx="4573618" cy="3479002"/>
              <a:chOff x="1522650" y="1117750"/>
              <a:chExt cx="4574075" cy="3479350"/>
            </a:xfrm>
          </p:grpSpPr>
          <p:sp>
            <p:nvSpPr>
              <p:cNvPr id="83" name="Google Shape;83;p10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0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24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23" name="Google Shape;223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0"/>
              <a:ext cx="4727801" cy="2256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4" name="Google Shape;224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5738810" y="0"/>
              <a:ext cx="3405191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5" name="Google Shape;225;p24"/>
          <p:cNvGrpSpPr/>
          <p:nvPr/>
        </p:nvGrpSpPr>
        <p:grpSpPr>
          <a:xfrm rot="756538">
            <a:off x="-1069833" y="-1842572"/>
            <a:ext cx="4574157" cy="3479412"/>
            <a:chOff x="1522650" y="1117750"/>
            <a:chExt cx="4574075" cy="3479350"/>
          </a:xfrm>
        </p:grpSpPr>
        <p:sp>
          <p:nvSpPr>
            <p:cNvPr id="226" name="Google Shape;226;p24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25"/>
          <p:cNvGrpSpPr/>
          <p:nvPr/>
        </p:nvGrpSpPr>
        <p:grpSpPr>
          <a:xfrm>
            <a:off x="0" y="0"/>
            <a:ext cx="9144001" cy="5143500"/>
            <a:chOff x="0" y="0"/>
            <a:chExt cx="9144001" cy="5143500"/>
          </a:xfrm>
        </p:grpSpPr>
        <p:pic>
          <p:nvPicPr>
            <p:cNvPr id="230" name="Google Shape;230;p2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0" y="2052950"/>
              <a:ext cx="4220500" cy="309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6764924" y="0"/>
              <a:ext cx="2379077" cy="323733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2" name="Google Shape;232;p25"/>
          <p:cNvGrpSpPr/>
          <p:nvPr/>
        </p:nvGrpSpPr>
        <p:grpSpPr>
          <a:xfrm>
            <a:off x="-1845124" y="-2180828"/>
            <a:ext cx="12652562" cy="9877041"/>
            <a:chOff x="-1845124" y="-2180828"/>
            <a:chExt cx="12652562" cy="9877041"/>
          </a:xfrm>
        </p:grpSpPr>
        <p:grpSp>
          <p:nvGrpSpPr>
            <p:cNvPr id="233" name="Google Shape;233;p25"/>
            <p:cNvGrpSpPr/>
            <p:nvPr/>
          </p:nvGrpSpPr>
          <p:grpSpPr>
            <a:xfrm>
              <a:off x="-1845124" y="-2180828"/>
              <a:ext cx="4574075" cy="3479350"/>
              <a:chOff x="1522650" y="1117750"/>
              <a:chExt cx="4574075" cy="3479350"/>
            </a:xfrm>
          </p:grpSpPr>
          <p:sp>
            <p:nvSpPr>
              <p:cNvPr id="234" name="Google Shape;234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" name="Google Shape;236;p25"/>
            <p:cNvGrpSpPr/>
            <p:nvPr/>
          </p:nvGrpSpPr>
          <p:grpSpPr>
            <a:xfrm rot="-10539848" flipH="1">
              <a:off x="6108563" y="4049075"/>
              <a:ext cx="4573901" cy="3479217"/>
              <a:chOff x="1522650" y="1117750"/>
              <a:chExt cx="4574075" cy="3479350"/>
            </a:xfrm>
          </p:grpSpPr>
          <p:sp>
            <p:nvSpPr>
              <p:cNvPr id="237" name="Google Shape;237;p25"/>
              <p:cNvSpPr/>
              <p:nvPr/>
            </p:nvSpPr>
            <p:spPr>
              <a:xfrm>
                <a:off x="2305900" y="1117750"/>
                <a:ext cx="3790825" cy="3217100"/>
              </a:xfrm>
              <a:custGeom>
                <a:avLst/>
                <a:gdLst/>
                <a:ahLst/>
                <a:cxnLst/>
                <a:rect l="l" t="t" r="r" b="b"/>
                <a:pathLst>
                  <a:path w="151633" h="128684" extrusionOk="0">
                    <a:moveTo>
                      <a:pt x="59573" y="1190"/>
                    </a:moveTo>
                    <a:lnTo>
                      <a:pt x="87345" y="18391"/>
                    </a:lnTo>
                    <a:cubicBezTo>
                      <a:pt x="87254" y="18737"/>
                      <a:pt x="87376" y="19117"/>
                      <a:pt x="87682" y="19337"/>
                    </a:cubicBezTo>
                    <a:cubicBezTo>
                      <a:pt x="87712" y="19358"/>
                      <a:pt x="87742" y="19374"/>
                      <a:pt x="87773" y="19391"/>
                    </a:cubicBezTo>
                    <a:lnTo>
                      <a:pt x="73089" y="35287"/>
                    </a:lnTo>
                    <a:cubicBezTo>
                      <a:pt x="73041" y="35228"/>
                      <a:pt x="72987" y="35173"/>
                      <a:pt x="72923" y="35127"/>
                    </a:cubicBezTo>
                    <a:cubicBezTo>
                      <a:pt x="72772" y="35017"/>
                      <a:pt x="72594" y="34961"/>
                      <a:pt x="72410" y="34961"/>
                    </a:cubicBezTo>
                    <a:cubicBezTo>
                      <a:pt x="72364" y="34961"/>
                      <a:pt x="72317" y="34964"/>
                      <a:pt x="72269" y="34972"/>
                    </a:cubicBezTo>
                    <a:lnTo>
                      <a:pt x="59361" y="1513"/>
                    </a:lnTo>
                    <a:cubicBezTo>
                      <a:pt x="59397" y="1478"/>
                      <a:pt x="59435" y="1443"/>
                      <a:pt x="59466" y="1400"/>
                    </a:cubicBezTo>
                    <a:cubicBezTo>
                      <a:pt x="59513" y="1335"/>
                      <a:pt x="59546" y="1262"/>
                      <a:pt x="59573" y="1190"/>
                    </a:cubicBezTo>
                    <a:close/>
                    <a:moveTo>
                      <a:pt x="57905" y="1155"/>
                    </a:moveTo>
                    <a:cubicBezTo>
                      <a:pt x="57962" y="1330"/>
                      <a:pt x="58069" y="1490"/>
                      <a:pt x="58229" y="1604"/>
                    </a:cubicBezTo>
                    <a:cubicBezTo>
                      <a:pt x="58385" y="1716"/>
                      <a:pt x="58564" y="1770"/>
                      <a:pt x="58744" y="1770"/>
                    </a:cubicBezTo>
                    <a:cubicBezTo>
                      <a:pt x="58890" y="1770"/>
                      <a:pt x="59035" y="1731"/>
                      <a:pt x="59165" y="1661"/>
                    </a:cubicBezTo>
                    <a:lnTo>
                      <a:pt x="72044" y="35042"/>
                    </a:lnTo>
                    <a:cubicBezTo>
                      <a:pt x="71907" y="35103"/>
                      <a:pt x="71787" y="35197"/>
                      <a:pt x="71696" y="35320"/>
                    </a:cubicBezTo>
                    <a:lnTo>
                      <a:pt x="34939" y="10633"/>
                    </a:lnTo>
                    <a:cubicBezTo>
                      <a:pt x="34967" y="10533"/>
                      <a:pt x="34978" y="10431"/>
                      <a:pt x="34971" y="10330"/>
                    </a:cubicBezTo>
                    <a:lnTo>
                      <a:pt x="57905" y="1155"/>
                    </a:lnTo>
                    <a:close/>
                    <a:moveTo>
                      <a:pt x="34896" y="10886"/>
                    </a:moveTo>
                    <a:lnTo>
                      <a:pt x="71585" y="35528"/>
                    </a:lnTo>
                    <a:cubicBezTo>
                      <a:pt x="71451" y="35873"/>
                      <a:pt x="71547" y="36273"/>
                      <a:pt x="71839" y="36520"/>
                    </a:cubicBezTo>
                    <a:lnTo>
                      <a:pt x="61150" y="46075"/>
                    </a:lnTo>
                    <a:cubicBezTo>
                      <a:pt x="61131" y="46059"/>
                      <a:pt x="61114" y="46040"/>
                      <a:pt x="61092" y="46024"/>
                    </a:cubicBezTo>
                    <a:cubicBezTo>
                      <a:pt x="60938" y="45913"/>
                      <a:pt x="60760" y="45860"/>
                      <a:pt x="60583" y="45860"/>
                    </a:cubicBezTo>
                    <a:cubicBezTo>
                      <a:pt x="60438" y="45860"/>
                      <a:pt x="60294" y="45896"/>
                      <a:pt x="60165" y="45964"/>
                    </a:cubicBezTo>
                    <a:lnTo>
                      <a:pt x="34896" y="10886"/>
                    </a:lnTo>
                    <a:close/>
                    <a:moveTo>
                      <a:pt x="88012" y="19481"/>
                    </a:moveTo>
                    <a:cubicBezTo>
                      <a:pt x="88073" y="19495"/>
                      <a:pt x="88135" y="19503"/>
                      <a:pt x="88199" y="19503"/>
                    </a:cubicBezTo>
                    <a:cubicBezTo>
                      <a:pt x="88236" y="19503"/>
                      <a:pt x="88270" y="19496"/>
                      <a:pt x="88308" y="19491"/>
                    </a:cubicBezTo>
                    <a:lnTo>
                      <a:pt x="90601" y="57808"/>
                    </a:lnTo>
                    <a:cubicBezTo>
                      <a:pt x="90477" y="57828"/>
                      <a:pt x="90359" y="57878"/>
                      <a:pt x="90253" y="57948"/>
                    </a:cubicBezTo>
                    <a:lnTo>
                      <a:pt x="73040" y="36456"/>
                    </a:lnTo>
                    <a:cubicBezTo>
                      <a:pt x="73069" y="36426"/>
                      <a:pt x="73102" y="36397"/>
                      <a:pt x="73126" y="36363"/>
                    </a:cubicBezTo>
                    <a:cubicBezTo>
                      <a:pt x="73264" y="36171"/>
                      <a:pt x="73319" y="35936"/>
                      <a:pt x="73280" y="35702"/>
                    </a:cubicBezTo>
                    <a:cubicBezTo>
                      <a:pt x="73268" y="35629"/>
                      <a:pt x="73244" y="35561"/>
                      <a:pt x="73216" y="35494"/>
                    </a:cubicBezTo>
                    <a:lnTo>
                      <a:pt x="88012" y="19481"/>
                    </a:lnTo>
                    <a:close/>
                    <a:moveTo>
                      <a:pt x="88769" y="19295"/>
                    </a:moveTo>
                    <a:lnTo>
                      <a:pt x="121569" y="41232"/>
                    </a:lnTo>
                    <a:cubicBezTo>
                      <a:pt x="121516" y="41429"/>
                      <a:pt x="121532" y="41636"/>
                      <a:pt x="121612" y="41820"/>
                    </a:cubicBezTo>
                    <a:lnTo>
                      <a:pt x="91516" y="58252"/>
                    </a:lnTo>
                    <a:cubicBezTo>
                      <a:pt x="91455" y="58141"/>
                      <a:pt x="91371" y="58040"/>
                      <a:pt x="91261" y="57962"/>
                    </a:cubicBezTo>
                    <a:cubicBezTo>
                      <a:pt x="91131" y="57868"/>
                      <a:pt x="90984" y="57820"/>
                      <a:pt x="90835" y="57804"/>
                    </a:cubicBezTo>
                    <a:lnTo>
                      <a:pt x="88539" y="19431"/>
                    </a:lnTo>
                    <a:cubicBezTo>
                      <a:pt x="88621" y="19396"/>
                      <a:pt x="88699" y="19354"/>
                      <a:pt x="88769" y="19295"/>
                    </a:cubicBezTo>
                    <a:close/>
                    <a:moveTo>
                      <a:pt x="72858" y="36603"/>
                    </a:moveTo>
                    <a:lnTo>
                      <a:pt x="90079" y="58104"/>
                    </a:lnTo>
                    <a:cubicBezTo>
                      <a:pt x="90062" y="58125"/>
                      <a:pt x="90041" y="58144"/>
                      <a:pt x="90025" y="58165"/>
                    </a:cubicBezTo>
                    <a:cubicBezTo>
                      <a:pt x="89989" y="58216"/>
                      <a:pt x="89960" y="58268"/>
                      <a:pt x="89936" y="58323"/>
                    </a:cubicBezTo>
                    <a:lnTo>
                      <a:pt x="61457" y="46818"/>
                    </a:lnTo>
                    <a:cubicBezTo>
                      <a:pt x="61473" y="46617"/>
                      <a:pt x="61422" y="46416"/>
                      <a:pt x="61307" y="46247"/>
                    </a:cubicBezTo>
                    <a:lnTo>
                      <a:pt x="72044" y="36651"/>
                    </a:lnTo>
                    <a:cubicBezTo>
                      <a:pt x="72160" y="36702"/>
                      <a:pt x="72283" y="36731"/>
                      <a:pt x="72406" y="36731"/>
                    </a:cubicBezTo>
                    <a:cubicBezTo>
                      <a:pt x="72565" y="36731"/>
                      <a:pt x="72719" y="36684"/>
                      <a:pt x="72858" y="36603"/>
                    </a:cubicBezTo>
                    <a:close/>
                    <a:moveTo>
                      <a:pt x="29406" y="22188"/>
                    </a:moveTo>
                    <a:lnTo>
                      <a:pt x="59857" y="46227"/>
                    </a:lnTo>
                    <a:cubicBezTo>
                      <a:pt x="59573" y="46625"/>
                      <a:pt x="59665" y="47178"/>
                      <a:pt x="60061" y="47462"/>
                    </a:cubicBezTo>
                    <a:cubicBezTo>
                      <a:pt x="60098" y="47488"/>
                      <a:pt x="60135" y="47509"/>
                      <a:pt x="60173" y="47529"/>
                    </a:cubicBezTo>
                    <a:lnTo>
                      <a:pt x="58655" y="58545"/>
                    </a:lnTo>
                    <a:cubicBezTo>
                      <a:pt x="58595" y="58532"/>
                      <a:pt x="58534" y="58525"/>
                      <a:pt x="58473" y="58525"/>
                    </a:cubicBezTo>
                    <a:cubicBezTo>
                      <a:pt x="58354" y="58525"/>
                      <a:pt x="58236" y="58550"/>
                      <a:pt x="58125" y="58596"/>
                    </a:cubicBezTo>
                    <a:lnTo>
                      <a:pt x="29406" y="22188"/>
                    </a:lnTo>
                    <a:close/>
                    <a:moveTo>
                      <a:pt x="16326" y="26247"/>
                    </a:moveTo>
                    <a:lnTo>
                      <a:pt x="57750" y="58893"/>
                    </a:lnTo>
                    <a:cubicBezTo>
                      <a:pt x="57750" y="58894"/>
                      <a:pt x="57749" y="58894"/>
                      <a:pt x="57748" y="58895"/>
                    </a:cubicBezTo>
                    <a:cubicBezTo>
                      <a:pt x="57632" y="59054"/>
                      <a:pt x="57582" y="59240"/>
                      <a:pt x="57584" y="59421"/>
                    </a:cubicBezTo>
                    <a:lnTo>
                      <a:pt x="33209" y="61477"/>
                    </a:lnTo>
                    <a:cubicBezTo>
                      <a:pt x="33171" y="61253"/>
                      <a:pt x="33049" y="61044"/>
                      <a:pt x="32851" y="60900"/>
                    </a:cubicBezTo>
                    <a:cubicBezTo>
                      <a:pt x="32696" y="60788"/>
                      <a:pt x="32515" y="60735"/>
                      <a:pt x="32336" y="60735"/>
                    </a:cubicBezTo>
                    <a:cubicBezTo>
                      <a:pt x="32231" y="60735"/>
                      <a:pt x="32126" y="60753"/>
                      <a:pt x="32028" y="60789"/>
                    </a:cubicBezTo>
                    <a:lnTo>
                      <a:pt x="16086" y="26436"/>
                    </a:lnTo>
                    <a:cubicBezTo>
                      <a:pt x="16176" y="26387"/>
                      <a:pt x="16257" y="26325"/>
                      <a:pt x="16326" y="26247"/>
                    </a:cubicBezTo>
                    <a:close/>
                    <a:moveTo>
                      <a:pt x="57622" y="59652"/>
                    </a:moveTo>
                    <a:cubicBezTo>
                      <a:pt x="57674" y="59839"/>
                      <a:pt x="57783" y="60008"/>
                      <a:pt x="57952" y="60129"/>
                    </a:cubicBezTo>
                    <a:cubicBezTo>
                      <a:pt x="58054" y="60201"/>
                      <a:pt x="58165" y="60247"/>
                      <a:pt x="58279" y="60272"/>
                    </a:cubicBezTo>
                    <a:lnTo>
                      <a:pt x="55785" y="68604"/>
                    </a:lnTo>
                    <a:cubicBezTo>
                      <a:pt x="55759" y="68602"/>
                      <a:pt x="55732" y="68601"/>
                      <a:pt x="55705" y="68601"/>
                    </a:cubicBezTo>
                    <a:cubicBezTo>
                      <a:pt x="55430" y="68601"/>
                      <a:pt x="55160" y="68726"/>
                      <a:pt x="54987" y="68966"/>
                    </a:cubicBezTo>
                    <a:cubicBezTo>
                      <a:pt x="54939" y="69034"/>
                      <a:pt x="54905" y="69108"/>
                      <a:pt x="54878" y="69182"/>
                    </a:cubicBezTo>
                    <a:lnTo>
                      <a:pt x="33192" y="61843"/>
                    </a:lnTo>
                    <a:cubicBezTo>
                      <a:pt x="33203" y="61799"/>
                      <a:pt x="33210" y="61755"/>
                      <a:pt x="33214" y="61709"/>
                    </a:cubicBezTo>
                    <a:lnTo>
                      <a:pt x="57622" y="59652"/>
                    </a:lnTo>
                    <a:close/>
                    <a:moveTo>
                      <a:pt x="61404" y="47049"/>
                    </a:moveTo>
                    <a:lnTo>
                      <a:pt x="89872" y="58550"/>
                    </a:lnTo>
                    <a:cubicBezTo>
                      <a:pt x="89825" y="58868"/>
                      <a:pt x="89949" y="59201"/>
                      <a:pt x="90228" y="59401"/>
                    </a:cubicBezTo>
                    <a:cubicBezTo>
                      <a:pt x="90327" y="59471"/>
                      <a:pt x="90435" y="59515"/>
                      <a:pt x="90546" y="59541"/>
                    </a:cubicBezTo>
                    <a:lnTo>
                      <a:pt x="88027" y="76730"/>
                    </a:lnTo>
                    <a:cubicBezTo>
                      <a:pt x="88011" y="76729"/>
                      <a:pt x="87994" y="76729"/>
                      <a:pt x="87977" y="76729"/>
                    </a:cubicBezTo>
                    <a:cubicBezTo>
                      <a:pt x="87931" y="76729"/>
                      <a:pt x="87884" y="76732"/>
                      <a:pt x="87837" y="76740"/>
                    </a:cubicBezTo>
                    <a:cubicBezTo>
                      <a:pt x="87715" y="76760"/>
                      <a:pt x="87603" y="76805"/>
                      <a:pt x="87501" y="76869"/>
                    </a:cubicBezTo>
                    <a:lnTo>
                      <a:pt x="61265" y="47294"/>
                    </a:lnTo>
                    <a:cubicBezTo>
                      <a:pt x="61275" y="47282"/>
                      <a:pt x="61288" y="47273"/>
                      <a:pt x="61297" y="47259"/>
                    </a:cubicBezTo>
                    <a:cubicBezTo>
                      <a:pt x="61344" y="47194"/>
                      <a:pt x="61377" y="47123"/>
                      <a:pt x="61404" y="47049"/>
                    </a:cubicBezTo>
                    <a:close/>
                    <a:moveTo>
                      <a:pt x="61096" y="47455"/>
                    </a:moveTo>
                    <a:lnTo>
                      <a:pt x="87328" y="77024"/>
                    </a:lnTo>
                    <a:cubicBezTo>
                      <a:pt x="87322" y="77033"/>
                      <a:pt x="87314" y="77039"/>
                      <a:pt x="87308" y="77047"/>
                    </a:cubicBezTo>
                    <a:lnTo>
                      <a:pt x="59297" y="59712"/>
                    </a:lnTo>
                    <a:cubicBezTo>
                      <a:pt x="59429" y="59348"/>
                      <a:pt x="59315" y="58926"/>
                      <a:pt x="58985" y="58689"/>
                    </a:cubicBezTo>
                    <a:cubicBezTo>
                      <a:pt x="58952" y="58665"/>
                      <a:pt x="58916" y="58648"/>
                      <a:pt x="58882" y="58628"/>
                    </a:cubicBezTo>
                    <a:lnTo>
                      <a:pt x="60400" y="47607"/>
                    </a:lnTo>
                    <a:cubicBezTo>
                      <a:pt x="60459" y="47619"/>
                      <a:pt x="60519" y="47627"/>
                      <a:pt x="60578" y="47627"/>
                    </a:cubicBezTo>
                    <a:cubicBezTo>
                      <a:pt x="60762" y="47627"/>
                      <a:pt x="60943" y="47564"/>
                      <a:pt x="61096" y="47455"/>
                    </a:cubicBezTo>
                    <a:close/>
                    <a:moveTo>
                      <a:pt x="59189" y="59922"/>
                    </a:moveTo>
                    <a:lnTo>
                      <a:pt x="87178" y="77244"/>
                    </a:lnTo>
                    <a:cubicBezTo>
                      <a:pt x="87172" y="77259"/>
                      <a:pt x="87166" y="77275"/>
                      <a:pt x="87161" y="77291"/>
                    </a:cubicBezTo>
                    <a:lnTo>
                      <a:pt x="56571" y="69673"/>
                    </a:lnTo>
                    <a:cubicBezTo>
                      <a:pt x="56646" y="69338"/>
                      <a:pt x="56520" y="68976"/>
                      <a:pt x="56224" y="68763"/>
                    </a:cubicBezTo>
                    <a:cubicBezTo>
                      <a:pt x="56157" y="68717"/>
                      <a:pt x="56087" y="68682"/>
                      <a:pt x="56015" y="68656"/>
                    </a:cubicBezTo>
                    <a:lnTo>
                      <a:pt x="58519" y="60290"/>
                    </a:lnTo>
                    <a:cubicBezTo>
                      <a:pt x="58777" y="60275"/>
                      <a:pt x="59025" y="60152"/>
                      <a:pt x="59188" y="59926"/>
                    </a:cubicBezTo>
                    <a:cubicBezTo>
                      <a:pt x="59189" y="59924"/>
                      <a:pt x="59189" y="59923"/>
                      <a:pt x="59189" y="59922"/>
                    </a:cubicBezTo>
                    <a:close/>
                    <a:moveTo>
                      <a:pt x="6382" y="54567"/>
                    </a:moveTo>
                    <a:lnTo>
                      <a:pt x="31456" y="61554"/>
                    </a:lnTo>
                    <a:cubicBezTo>
                      <a:pt x="31440" y="61772"/>
                      <a:pt x="31506" y="61990"/>
                      <a:pt x="31643" y="62166"/>
                    </a:cubicBezTo>
                    <a:lnTo>
                      <a:pt x="15546" y="78173"/>
                    </a:lnTo>
                    <a:cubicBezTo>
                      <a:pt x="15506" y="78130"/>
                      <a:pt x="15461" y="78092"/>
                      <a:pt x="15414" y="78055"/>
                    </a:cubicBezTo>
                    <a:cubicBezTo>
                      <a:pt x="15260" y="77944"/>
                      <a:pt x="15081" y="77892"/>
                      <a:pt x="14905" y="77892"/>
                    </a:cubicBezTo>
                    <a:cubicBezTo>
                      <a:pt x="14826" y="77892"/>
                      <a:pt x="14747" y="77902"/>
                      <a:pt x="14671" y="77923"/>
                    </a:cubicBezTo>
                    <a:lnTo>
                      <a:pt x="6061" y="55104"/>
                    </a:lnTo>
                    <a:cubicBezTo>
                      <a:pt x="6125" y="55054"/>
                      <a:pt x="6183" y="54997"/>
                      <a:pt x="6233" y="54928"/>
                    </a:cubicBezTo>
                    <a:cubicBezTo>
                      <a:pt x="6313" y="54818"/>
                      <a:pt x="6360" y="54692"/>
                      <a:pt x="6382" y="54567"/>
                    </a:cubicBezTo>
                    <a:close/>
                    <a:moveTo>
                      <a:pt x="91099" y="59489"/>
                    </a:moveTo>
                    <a:lnTo>
                      <a:pt x="104457" y="79682"/>
                    </a:lnTo>
                    <a:cubicBezTo>
                      <a:pt x="104363" y="79741"/>
                      <a:pt x="104277" y="79819"/>
                      <a:pt x="104210" y="79913"/>
                    </a:cubicBezTo>
                    <a:cubicBezTo>
                      <a:pt x="104146" y="80003"/>
                      <a:pt x="104103" y="80102"/>
                      <a:pt x="104076" y="80204"/>
                    </a:cubicBezTo>
                    <a:lnTo>
                      <a:pt x="88866" y="77650"/>
                    </a:lnTo>
                    <a:cubicBezTo>
                      <a:pt x="88877" y="77362"/>
                      <a:pt x="88749" y="77075"/>
                      <a:pt x="88499" y="76896"/>
                    </a:cubicBezTo>
                    <a:cubicBezTo>
                      <a:pt x="88425" y="76842"/>
                      <a:pt x="88344" y="76806"/>
                      <a:pt x="88260" y="76778"/>
                    </a:cubicBezTo>
                    <a:lnTo>
                      <a:pt x="90783" y="59563"/>
                    </a:lnTo>
                    <a:cubicBezTo>
                      <a:pt x="90892" y="59558"/>
                      <a:pt x="90999" y="59534"/>
                      <a:pt x="91099" y="59489"/>
                    </a:cubicBezTo>
                    <a:close/>
                    <a:moveTo>
                      <a:pt x="33100" y="62061"/>
                    </a:moveTo>
                    <a:lnTo>
                      <a:pt x="54828" y="69413"/>
                    </a:lnTo>
                    <a:cubicBezTo>
                      <a:pt x="54804" y="69712"/>
                      <a:pt x="54931" y="70016"/>
                      <a:pt x="55192" y="70201"/>
                    </a:cubicBezTo>
                    <a:cubicBezTo>
                      <a:pt x="55275" y="70262"/>
                      <a:pt x="55369" y="70305"/>
                      <a:pt x="55466" y="70333"/>
                    </a:cubicBezTo>
                    <a:lnTo>
                      <a:pt x="54144" y="97291"/>
                    </a:lnTo>
                    <a:cubicBezTo>
                      <a:pt x="54112" y="97293"/>
                      <a:pt x="54080" y="97293"/>
                      <a:pt x="54049" y="97298"/>
                    </a:cubicBezTo>
                    <a:cubicBezTo>
                      <a:pt x="53964" y="97313"/>
                      <a:pt x="53885" y="97342"/>
                      <a:pt x="53809" y="97378"/>
                    </a:cubicBezTo>
                    <a:lnTo>
                      <a:pt x="32845" y="62338"/>
                    </a:lnTo>
                    <a:cubicBezTo>
                      <a:pt x="32924" y="62281"/>
                      <a:pt x="32998" y="62217"/>
                      <a:pt x="33057" y="62136"/>
                    </a:cubicBezTo>
                    <a:cubicBezTo>
                      <a:pt x="33074" y="62112"/>
                      <a:pt x="33085" y="62086"/>
                      <a:pt x="33100" y="62061"/>
                    </a:cubicBezTo>
                    <a:close/>
                    <a:moveTo>
                      <a:pt x="56487" y="69893"/>
                    </a:moveTo>
                    <a:lnTo>
                      <a:pt x="87105" y="77517"/>
                    </a:lnTo>
                    <a:cubicBezTo>
                      <a:pt x="87088" y="77681"/>
                      <a:pt x="87116" y="77843"/>
                      <a:pt x="87186" y="77992"/>
                    </a:cubicBezTo>
                    <a:lnTo>
                      <a:pt x="54942" y="97700"/>
                    </a:lnTo>
                    <a:cubicBezTo>
                      <a:pt x="54883" y="97604"/>
                      <a:pt x="54803" y="97519"/>
                      <a:pt x="54708" y="97452"/>
                    </a:cubicBezTo>
                    <a:cubicBezTo>
                      <a:pt x="54609" y="97379"/>
                      <a:pt x="54496" y="97331"/>
                      <a:pt x="54379" y="97305"/>
                    </a:cubicBezTo>
                    <a:lnTo>
                      <a:pt x="55700" y="70367"/>
                    </a:lnTo>
                    <a:lnTo>
                      <a:pt x="55705" y="70367"/>
                    </a:lnTo>
                    <a:cubicBezTo>
                      <a:pt x="55753" y="70367"/>
                      <a:pt x="55802" y="70364"/>
                      <a:pt x="55850" y="70355"/>
                    </a:cubicBezTo>
                    <a:cubicBezTo>
                      <a:pt x="56084" y="70317"/>
                      <a:pt x="56287" y="70190"/>
                      <a:pt x="56427" y="69997"/>
                    </a:cubicBezTo>
                    <a:cubicBezTo>
                      <a:pt x="56450" y="69964"/>
                      <a:pt x="56468" y="69927"/>
                      <a:pt x="56487" y="69893"/>
                    </a:cubicBezTo>
                    <a:close/>
                    <a:moveTo>
                      <a:pt x="31811" y="62331"/>
                    </a:moveTo>
                    <a:cubicBezTo>
                      <a:pt x="31814" y="62333"/>
                      <a:pt x="31817" y="62338"/>
                      <a:pt x="31821" y="62340"/>
                    </a:cubicBezTo>
                    <a:cubicBezTo>
                      <a:pt x="31978" y="62452"/>
                      <a:pt x="32156" y="62506"/>
                      <a:pt x="32336" y="62506"/>
                    </a:cubicBezTo>
                    <a:cubicBezTo>
                      <a:pt x="32439" y="62506"/>
                      <a:pt x="32539" y="62482"/>
                      <a:pt x="32636" y="62447"/>
                    </a:cubicBezTo>
                    <a:lnTo>
                      <a:pt x="53611" y="97508"/>
                    </a:lnTo>
                    <a:cubicBezTo>
                      <a:pt x="53561" y="97551"/>
                      <a:pt x="53513" y="97602"/>
                      <a:pt x="53473" y="97657"/>
                    </a:cubicBezTo>
                    <a:cubicBezTo>
                      <a:pt x="53449" y="97691"/>
                      <a:pt x="53432" y="97726"/>
                      <a:pt x="53414" y="97761"/>
                    </a:cubicBezTo>
                    <a:lnTo>
                      <a:pt x="15678" y="79186"/>
                    </a:lnTo>
                    <a:cubicBezTo>
                      <a:pt x="15816" y="78926"/>
                      <a:pt x="15811" y="78622"/>
                      <a:pt x="15682" y="78371"/>
                    </a:cubicBezTo>
                    <a:lnTo>
                      <a:pt x="31811" y="62331"/>
                    </a:lnTo>
                    <a:close/>
                    <a:moveTo>
                      <a:pt x="1615" y="71499"/>
                    </a:moveTo>
                    <a:lnTo>
                      <a:pt x="14037" y="78573"/>
                    </a:lnTo>
                    <a:cubicBezTo>
                      <a:pt x="13958" y="78911"/>
                      <a:pt x="14084" y="79279"/>
                      <a:pt x="14383" y="79494"/>
                    </a:cubicBezTo>
                    <a:cubicBezTo>
                      <a:pt x="14539" y="79606"/>
                      <a:pt x="14719" y="79660"/>
                      <a:pt x="14898" y="79660"/>
                    </a:cubicBezTo>
                    <a:cubicBezTo>
                      <a:pt x="15136" y="79660"/>
                      <a:pt x="15368" y="79558"/>
                      <a:pt x="15538" y="79377"/>
                    </a:cubicBezTo>
                    <a:lnTo>
                      <a:pt x="53328" y="97978"/>
                    </a:lnTo>
                    <a:cubicBezTo>
                      <a:pt x="53297" y="98118"/>
                      <a:pt x="53305" y="98265"/>
                      <a:pt x="53342" y="98402"/>
                    </a:cubicBezTo>
                    <a:lnTo>
                      <a:pt x="44172" y="100939"/>
                    </a:lnTo>
                    <a:cubicBezTo>
                      <a:pt x="44109" y="100823"/>
                      <a:pt x="44023" y="100722"/>
                      <a:pt x="43914" y="100644"/>
                    </a:cubicBezTo>
                    <a:cubicBezTo>
                      <a:pt x="43762" y="100534"/>
                      <a:pt x="43583" y="100477"/>
                      <a:pt x="43400" y="100477"/>
                    </a:cubicBezTo>
                    <a:cubicBezTo>
                      <a:pt x="43351" y="100477"/>
                      <a:pt x="43302" y="100481"/>
                      <a:pt x="43253" y="100489"/>
                    </a:cubicBezTo>
                    <a:cubicBezTo>
                      <a:pt x="43020" y="100528"/>
                      <a:pt x="42817" y="100655"/>
                      <a:pt x="42677" y="100848"/>
                    </a:cubicBezTo>
                    <a:cubicBezTo>
                      <a:pt x="42516" y="101072"/>
                      <a:pt x="42479" y="101346"/>
                      <a:pt x="42546" y="101594"/>
                    </a:cubicBezTo>
                    <a:lnTo>
                      <a:pt x="31935" y="108097"/>
                    </a:lnTo>
                    <a:cubicBezTo>
                      <a:pt x="31872" y="107978"/>
                      <a:pt x="31783" y="107872"/>
                      <a:pt x="31671" y="107790"/>
                    </a:cubicBezTo>
                    <a:cubicBezTo>
                      <a:pt x="31516" y="107679"/>
                      <a:pt x="31337" y="107626"/>
                      <a:pt x="31160" y="107626"/>
                    </a:cubicBezTo>
                    <a:cubicBezTo>
                      <a:pt x="30986" y="107626"/>
                      <a:pt x="30812" y="107678"/>
                      <a:pt x="30664" y="107776"/>
                    </a:cubicBezTo>
                    <a:lnTo>
                      <a:pt x="1598" y="71519"/>
                    </a:lnTo>
                    <a:cubicBezTo>
                      <a:pt x="1603" y="71511"/>
                      <a:pt x="1609" y="71506"/>
                      <a:pt x="1615" y="71499"/>
                    </a:cubicBezTo>
                    <a:close/>
                    <a:moveTo>
                      <a:pt x="87314" y="78191"/>
                    </a:moveTo>
                    <a:cubicBezTo>
                      <a:pt x="87360" y="78243"/>
                      <a:pt x="87409" y="78293"/>
                      <a:pt x="87467" y="78334"/>
                    </a:cubicBezTo>
                    <a:cubicBezTo>
                      <a:pt x="87623" y="78447"/>
                      <a:pt x="87803" y="78500"/>
                      <a:pt x="87981" y="78500"/>
                    </a:cubicBezTo>
                    <a:cubicBezTo>
                      <a:pt x="88023" y="78500"/>
                      <a:pt x="88063" y="78493"/>
                      <a:pt x="88103" y="78485"/>
                    </a:cubicBezTo>
                    <a:lnTo>
                      <a:pt x="95457" y="108915"/>
                    </a:lnTo>
                    <a:cubicBezTo>
                      <a:pt x="95228" y="108955"/>
                      <a:pt x="95026" y="109080"/>
                      <a:pt x="94890" y="109271"/>
                    </a:cubicBezTo>
                    <a:cubicBezTo>
                      <a:pt x="94886" y="109276"/>
                      <a:pt x="94884" y="109281"/>
                      <a:pt x="94880" y="109287"/>
                    </a:cubicBezTo>
                    <a:lnTo>
                      <a:pt x="55049" y="98390"/>
                    </a:lnTo>
                    <a:cubicBezTo>
                      <a:pt x="55079" y="98272"/>
                      <a:pt x="55087" y="98149"/>
                      <a:pt x="55066" y="98026"/>
                    </a:cubicBezTo>
                    <a:cubicBezTo>
                      <a:pt x="55060" y="97989"/>
                      <a:pt x="55048" y="97954"/>
                      <a:pt x="55038" y="97917"/>
                    </a:cubicBezTo>
                    <a:lnTo>
                      <a:pt x="87314" y="78191"/>
                    </a:lnTo>
                    <a:close/>
                    <a:moveTo>
                      <a:pt x="42637" y="101815"/>
                    </a:moveTo>
                    <a:cubicBezTo>
                      <a:pt x="42697" y="101917"/>
                      <a:pt x="42779" y="102009"/>
                      <a:pt x="42882" y="102083"/>
                    </a:cubicBezTo>
                    <a:cubicBezTo>
                      <a:pt x="43034" y="102192"/>
                      <a:pt x="43212" y="102249"/>
                      <a:pt x="43395" y="102249"/>
                    </a:cubicBezTo>
                    <a:cubicBezTo>
                      <a:pt x="43443" y="102249"/>
                      <a:pt x="43493" y="102245"/>
                      <a:pt x="43541" y="102237"/>
                    </a:cubicBezTo>
                    <a:cubicBezTo>
                      <a:pt x="43588" y="102229"/>
                      <a:pt x="43633" y="102216"/>
                      <a:pt x="43679" y="102201"/>
                    </a:cubicBezTo>
                    <a:lnTo>
                      <a:pt x="55444" y="118817"/>
                    </a:lnTo>
                    <a:cubicBezTo>
                      <a:pt x="55361" y="118874"/>
                      <a:pt x="55285" y="118944"/>
                      <a:pt x="55225" y="119027"/>
                    </a:cubicBezTo>
                    <a:cubicBezTo>
                      <a:pt x="55134" y="119155"/>
                      <a:pt x="55081" y="119302"/>
                      <a:pt x="55066" y="119454"/>
                    </a:cubicBezTo>
                    <a:lnTo>
                      <a:pt x="38399" y="118443"/>
                    </a:lnTo>
                    <a:lnTo>
                      <a:pt x="31738" y="109173"/>
                    </a:lnTo>
                    <a:cubicBezTo>
                      <a:pt x="31789" y="109128"/>
                      <a:pt x="31835" y="109080"/>
                      <a:pt x="31876" y="109025"/>
                    </a:cubicBezTo>
                    <a:cubicBezTo>
                      <a:pt x="32014" y="108832"/>
                      <a:pt x="32069" y="108598"/>
                      <a:pt x="32030" y="108364"/>
                    </a:cubicBezTo>
                    <a:cubicBezTo>
                      <a:pt x="32027" y="108350"/>
                      <a:pt x="32021" y="108336"/>
                      <a:pt x="32017" y="108321"/>
                    </a:cubicBezTo>
                    <a:lnTo>
                      <a:pt x="42637" y="101815"/>
                    </a:lnTo>
                    <a:close/>
                    <a:moveTo>
                      <a:pt x="54958" y="98612"/>
                    </a:moveTo>
                    <a:lnTo>
                      <a:pt x="94775" y="109505"/>
                    </a:lnTo>
                    <a:cubicBezTo>
                      <a:pt x="94674" y="109802"/>
                      <a:pt x="94737" y="110137"/>
                      <a:pt x="94949" y="110374"/>
                    </a:cubicBezTo>
                    <a:lnTo>
                      <a:pt x="79975" y="127087"/>
                    </a:lnTo>
                    <a:cubicBezTo>
                      <a:pt x="79970" y="127084"/>
                      <a:pt x="79968" y="127081"/>
                      <a:pt x="79965" y="127079"/>
                    </a:cubicBezTo>
                    <a:cubicBezTo>
                      <a:pt x="79813" y="126970"/>
                      <a:pt x="79634" y="126913"/>
                      <a:pt x="79451" y="126913"/>
                    </a:cubicBezTo>
                    <a:cubicBezTo>
                      <a:pt x="79403" y="126913"/>
                      <a:pt x="79354" y="126917"/>
                      <a:pt x="79305" y="126925"/>
                    </a:cubicBezTo>
                    <a:cubicBezTo>
                      <a:pt x="79089" y="126960"/>
                      <a:pt x="78902" y="127074"/>
                      <a:pt x="78766" y="127242"/>
                    </a:cubicBezTo>
                    <a:lnTo>
                      <a:pt x="44129" y="101861"/>
                    </a:lnTo>
                    <a:cubicBezTo>
                      <a:pt x="44257" y="101672"/>
                      <a:pt x="44310" y="101447"/>
                      <a:pt x="44272" y="101221"/>
                    </a:cubicBezTo>
                    <a:cubicBezTo>
                      <a:pt x="44268" y="101201"/>
                      <a:pt x="44262" y="101182"/>
                      <a:pt x="44256" y="101162"/>
                    </a:cubicBezTo>
                    <a:lnTo>
                      <a:pt x="53432" y="98624"/>
                    </a:lnTo>
                    <a:cubicBezTo>
                      <a:pt x="53492" y="98727"/>
                      <a:pt x="53573" y="98820"/>
                      <a:pt x="53678" y="98895"/>
                    </a:cubicBezTo>
                    <a:cubicBezTo>
                      <a:pt x="53834" y="99007"/>
                      <a:pt x="54013" y="99061"/>
                      <a:pt x="54193" y="99061"/>
                    </a:cubicBezTo>
                    <a:cubicBezTo>
                      <a:pt x="54468" y="99061"/>
                      <a:pt x="54740" y="98932"/>
                      <a:pt x="54914" y="98692"/>
                    </a:cubicBezTo>
                    <a:cubicBezTo>
                      <a:pt x="54931" y="98666"/>
                      <a:pt x="54943" y="98639"/>
                      <a:pt x="54958" y="98612"/>
                    </a:cubicBezTo>
                    <a:close/>
                    <a:moveTo>
                      <a:pt x="58749" y="0"/>
                    </a:moveTo>
                    <a:cubicBezTo>
                      <a:pt x="58700" y="0"/>
                      <a:pt x="58651" y="4"/>
                      <a:pt x="58601" y="13"/>
                    </a:cubicBezTo>
                    <a:cubicBezTo>
                      <a:pt x="58368" y="51"/>
                      <a:pt x="58165" y="178"/>
                      <a:pt x="58026" y="371"/>
                    </a:cubicBezTo>
                    <a:cubicBezTo>
                      <a:pt x="57906" y="537"/>
                      <a:pt x="57857" y="730"/>
                      <a:pt x="57863" y="922"/>
                    </a:cubicBezTo>
                    <a:lnTo>
                      <a:pt x="34925" y="10097"/>
                    </a:lnTo>
                    <a:cubicBezTo>
                      <a:pt x="34868" y="9931"/>
                      <a:pt x="34761" y="9780"/>
                      <a:pt x="34608" y="9669"/>
                    </a:cubicBezTo>
                    <a:cubicBezTo>
                      <a:pt x="34451" y="9557"/>
                      <a:pt x="34271" y="9503"/>
                      <a:pt x="34092" y="9503"/>
                    </a:cubicBezTo>
                    <a:cubicBezTo>
                      <a:pt x="33816" y="9503"/>
                      <a:pt x="33545" y="9631"/>
                      <a:pt x="33372" y="9872"/>
                    </a:cubicBezTo>
                    <a:cubicBezTo>
                      <a:pt x="33234" y="10064"/>
                      <a:pt x="33180" y="10299"/>
                      <a:pt x="33218" y="10533"/>
                    </a:cubicBezTo>
                    <a:cubicBezTo>
                      <a:pt x="33257" y="10766"/>
                      <a:pt x="33384" y="10969"/>
                      <a:pt x="33577" y="11108"/>
                    </a:cubicBezTo>
                    <a:cubicBezTo>
                      <a:pt x="33733" y="11221"/>
                      <a:pt x="33912" y="11274"/>
                      <a:pt x="34091" y="11274"/>
                    </a:cubicBezTo>
                    <a:cubicBezTo>
                      <a:pt x="34316" y="11274"/>
                      <a:pt x="34535" y="11185"/>
                      <a:pt x="34704" y="11023"/>
                    </a:cubicBezTo>
                    <a:lnTo>
                      <a:pt x="59844" y="45919"/>
                    </a:lnTo>
                    <a:lnTo>
                      <a:pt x="59844" y="45919"/>
                    </a:lnTo>
                    <a:lnTo>
                      <a:pt x="29110" y="21654"/>
                    </a:lnTo>
                    <a:cubicBezTo>
                      <a:pt x="29111" y="21652"/>
                      <a:pt x="29113" y="21651"/>
                      <a:pt x="29117" y="21648"/>
                    </a:cubicBezTo>
                    <a:cubicBezTo>
                      <a:pt x="29401" y="21251"/>
                      <a:pt x="29309" y="20697"/>
                      <a:pt x="28913" y="20413"/>
                    </a:cubicBezTo>
                    <a:cubicBezTo>
                      <a:pt x="28757" y="20301"/>
                      <a:pt x="28577" y="20247"/>
                      <a:pt x="28399" y="20247"/>
                    </a:cubicBezTo>
                    <a:cubicBezTo>
                      <a:pt x="28122" y="20247"/>
                      <a:pt x="27850" y="20375"/>
                      <a:pt x="27678" y="20616"/>
                    </a:cubicBezTo>
                    <a:cubicBezTo>
                      <a:pt x="27393" y="21013"/>
                      <a:pt x="27485" y="21567"/>
                      <a:pt x="27881" y="21851"/>
                    </a:cubicBezTo>
                    <a:cubicBezTo>
                      <a:pt x="28037" y="21963"/>
                      <a:pt x="28217" y="22017"/>
                      <a:pt x="28396" y="22017"/>
                    </a:cubicBezTo>
                    <a:cubicBezTo>
                      <a:pt x="28561" y="22017"/>
                      <a:pt x="28722" y="21967"/>
                      <a:pt x="28864" y="21877"/>
                    </a:cubicBezTo>
                    <a:lnTo>
                      <a:pt x="57922" y="58717"/>
                    </a:lnTo>
                    <a:cubicBezTo>
                      <a:pt x="57920" y="58718"/>
                      <a:pt x="57919" y="58719"/>
                      <a:pt x="57916" y="58723"/>
                    </a:cubicBezTo>
                    <a:lnTo>
                      <a:pt x="16459" y="26054"/>
                    </a:lnTo>
                    <a:cubicBezTo>
                      <a:pt x="16652" y="25671"/>
                      <a:pt x="16546" y="25194"/>
                      <a:pt x="16188" y="24937"/>
                    </a:cubicBezTo>
                    <a:cubicBezTo>
                      <a:pt x="16032" y="24825"/>
                      <a:pt x="15851" y="24771"/>
                      <a:pt x="15672" y="24771"/>
                    </a:cubicBezTo>
                    <a:cubicBezTo>
                      <a:pt x="15397" y="24771"/>
                      <a:pt x="15125" y="24899"/>
                      <a:pt x="14952" y="25140"/>
                    </a:cubicBezTo>
                    <a:cubicBezTo>
                      <a:pt x="14668" y="25537"/>
                      <a:pt x="14760" y="26091"/>
                      <a:pt x="15155" y="26375"/>
                    </a:cubicBezTo>
                    <a:cubicBezTo>
                      <a:pt x="15308" y="26486"/>
                      <a:pt x="15486" y="26541"/>
                      <a:pt x="15671" y="26541"/>
                    </a:cubicBezTo>
                    <a:cubicBezTo>
                      <a:pt x="15719" y="26541"/>
                      <a:pt x="15768" y="26537"/>
                      <a:pt x="15816" y="26529"/>
                    </a:cubicBezTo>
                    <a:cubicBezTo>
                      <a:pt x="15834" y="26526"/>
                      <a:pt x="15850" y="26520"/>
                      <a:pt x="15866" y="26516"/>
                    </a:cubicBezTo>
                    <a:lnTo>
                      <a:pt x="31824" y="60903"/>
                    </a:lnTo>
                    <a:cubicBezTo>
                      <a:pt x="31748" y="60958"/>
                      <a:pt x="31675" y="61023"/>
                      <a:pt x="31618" y="61103"/>
                    </a:cubicBezTo>
                    <a:cubicBezTo>
                      <a:pt x="31568" y="61173"/>
                      <a:pt x="31534" y="61248"/>
                      <a:pt x="31507" y="61324"/>
                    </a:cubicBezTo>
                    <a:lnTo>
                      <a:pt x="6390" y="54326"/>
                    </a:lnTo>
                    <a:cubicBezTo>
                      <a:pt x="6367" y="54081"/>
                      <a:pt x="6245" y="53846"/>
                      <a:pt x="6030" y="53692"/>
                    </a:cubicBezTo>
                    <a:cubicBezTo>
                      <a:pt x="5874" y="53581"/>
                      <a:pt x="5694" y="53527"/>
                      <a:pt x="5515" y="53527"/>
                    </a:cubicBezTo>
                    <a:cubicBezTo>
                      <a:pt x="5239" y="53527"/>
                      <a:pt x="4967" y="53655"/>
                      <a:pt x="4794" y="53896"/>
                    </a:cubicBezTo>
                    <a:cubicBezTo>
                      <a:pt x="4510" y="54293"/>
                      <a:pt x="4602" y="54846"/>
                      <a:pt x="4998" y="55131"/>
                    </a:cubicBezTo>
                    <a:cubicBezTo>
                      <a:pt x="5154" y="55243"/>
                      <a:pt x="5334" y="55297"/>
                      <a:pt x="5512" y="55297"/>
                    </a:cubicBezTo>
                    <a:cubicBezTo>
                      <a:pt x="5630" y="55297"/>
                      <a:pt x="5746" y="55269"/>
                      <a:pt x="5854" y="55223"/>
                    </a:cubicBezTo>
                    <a:lnTo>
                      <a:pt x="14454" y="78011"/>
                    </a:lnTo>
                    <a:cubicBezTo>
                      <a:pt x="14348" y="78072"/>
                      <a:pt x="14255" y="78154"/>
                      <a:pt x="14180" y="78258"/>
                    </a:cubicBezTo>
                    <a:cubicBezTo>
                      <a:pt x="14159" y="78289"/>
                      <a:pt x="14143" y="78321"/>
                      <a:pt x="14124" y="78354"/>
                    </a:cubicBezTo>
                    <a:lnTo>
                      <a:pt x="1732" y="71295"/>
                    </a:lnTo>
                    <a:cubicBezTo>
                      <a:pt x="1882" y="70925"/>
                      <a:pt x="1769" y="70488"/>
                      <a:pt x="1431" y="70244"/>
                    </a:cubicBezTo>
                    <a:cubicBezTo>
                      <a:pt x="1279" y="70136"/>
                      <a:pt x="1101" y="70079"/>
                      <a:pt x="918" y="70079"/>
                    </a:cubicBezTo>
                    <a:cubicBezTo>
                      <a:pt x="869" y="70079"/>
                      <a:pt x="819" y="70083"/>
                      <a:pt x="770" y="70091"/>
                    </a:cubicBezTo>
                    <a:cubicBezTo>
                      <a:pt x="535" y="70130"/>
                      <a:pt x="333" y="70257"/>
                      <a:pt x="193" y="70449"/>
                    </a:cubicBezTo>
                    <a:cubicBezTo>
                      <a:pt x="56" y="70642"/>
                      <a:pt x="1" y="70875"/>
                      <a:pt x="40" y="71109"/>
                    </a:cubicBezTo>
                    <a:cubicBezTo>
                      <a:pt x="79" y="71343"/>
                      <a:pt x="206" y="71547"/>
                      <a:pt x="399" y="71685"/>
                    </a:cubicBezTo>
                    <a:cubicBezTo>
                      <a:pt x="555" y="71797"/>
                      <a:pt x="734" y="71851"/>
                      <a:pt x="913" y="71851"/>
                    </a:cubicBezTo>
                    <a:cubicBezTo>
                      <a:pt x="1096" y="71851"/>
                      <a:pt x="1276" y="71789"/>
                      <a:pt x="1426" y="71680"/>
                    </a:cubicBezTo>
                    <a:lnTo>
                      <a:pt x="30491" y="107933"/>
                    </a:lnTo>
                    <a:cubicBezTo>
                      <a:pt x="30474" y="107952"/>
                      <a:pt x="30454" y="107971"/>
                      <a:pt x="30437" y="107994"/>
                    </a:cubicBezTo>
                    <a:cubicBezTo>
                      <a:pt x="30426" y="108010"/>
                      <a:pt x="30418" y="108029"/>
                      <a:pt x="30408" y="108045"/>
                    </a:cubicBezTo>
                    <a:lnTo>
                      <a:pt x="5131" y="93125"/>
                    </a:lnTo>
                    <a:cubicBezTo>
                      <a:pt x="5273" y="92758"/>
                      <a:pt x="5159" y="92325"/>
                      <a:pt x="4826" y="92087"/>
                    </a:cubicBezTo>
                    <a:cubicBezTo>
                      <a:pt x="4669" y="91975"/>
                      <a:pt x="4489" y="91921"/>
                      <a:pt x="4311" y="91921"/>
                    </a:cubicBezTo>
                    <a:cubicBezTo>
                      <a:pt x="4035" y="91921"/>
                      <a:pt x="3763" y="92050"/>
                      <a:pt x="3589" y="92291"/>
                    </a:cubicBezTo>
                    <a:cubicBezTo>
                      <a:pt x="3305" y="92688"/>
                      <a:pt x="3397" y="93241"/>
                      <a:pt x="3792" y="93527"/>
                    </a:cubicBezTo>
                    <a:cubicBezTo>
                      <a:pt x="3950" y="93639"/>
                      <a:pt x="4128" y="93692"/>
                      <a:pt x="4308" y="93692"/>
                    </a:cubicBezTo>
                    <a:cubicBezTo>
                      <a:pt x="4578" y="93692"/>
                      <a:pt x="4846" y="93566"/>
                      <a:pt x="5020" y="93332"/>
                    </a:cubicBezTo>
                    <a:lnTo>
                      <a:pt x="30310" y="108260"/>
                    </a:lnTo>
                    <a:cubicBezTo>
                      <a:pt x="30273" y="108387"/>
                      <a:pt x="30261" y="108519"/>
                      <a:pt x="30283" y="108652"/>
                    </a:cubicBezTo>
                    <a:cubicBezTo>
                      <a:pt x="30322" y="108886"/>
                      <a:pt x="30449" y="109090"/>
                      <a:pt x="30642" y="109228"/>
                    </a:cubicBezTo>
                    <a:cubicBezTo>
                      <a:pt x="30795" y="109337"/>
                      <a:pt x="30972" y="109394"/>
                      <a:pt x="31155" y="109394"/>
                    </a:cubicBezTo>
                    <a:cubicBezTo>
                      <a:pt x="31203" y="109394"/>
                      <a:pt x="31252" y="109389"/>
                      <a:pt x="31301" y="109382"/>
                    </a:cubicBezTo>
                    <a:cubicBezTo>
                      <a:pt x="31386" y="109367"/>
                      <a:pt x="31466" y="109337"/>
                      <a:pt x="31543" y="109302"/>
                    </a:cubicBezTo>
                    <a:lnTo>
                      <a:pt x="38242" y="118625"/>
                    </a:lnTo>
                    <a:lnTo>
                      <a:pt x="38274" y="118671"/>
                    </a:lnTo>
                    <a:lnTo>
                      <a:pt x="55072" y="119689"/>
                    </a:lnTo>
                    <a:cubicBezTo>
                      <a:pt x="55111" y="119923"/>
                      <a:pt x="55238" y="120126"/>
                      <a:pt x="55429" y="120263"/>
                    </a:cubicBezTo>
                    <a:cubicBezTo>
                      <a:pt x="55585" y="120375"/>
                      <a:pt x="55765" y="120428"/>
                      <a:pt x="55944" y="120428"/>
                    </a:cubicBezTo>
                    <a:cubicBezTo>
                      <a:pt x="56219" y="120428"/>
                      <a:pt x="56492" y="120300"/>
                      <a:pt x="56664" y="120059"/>
                    </a:cubicBezTo>
                    <a:cubicBezTo>
                      <a:pt x="56949" y="119663"/>
                      <a:pt x="56857" y="119109"/>
                      <a:pt x="56461" y="118824"/>
                    </a:cubicBezTo>
                    <a:cubicBezTo>
                      <a:pt x="56309" y="118716"/>
                      <a:pt x="56131" y="118659"/>
                      <a:pt x="55949" y="118659"/>
                    </a:cubicBezTo>
                    <a:cubicBezTo>
                      <a:pt x="55900" y="118659"/>
                      <a:pt x="55850" y="118663"/>
                      <a:pt x="55801" y="118671"/>
                    </a:cubicBezTo>
                    <a:cubicBezTo>
                      <a:pt x="55750" y="118679"/>
                      <a:pt x="55702" y="118694"/>
                      <a:pt x="55655" y="118710"/>
                    </a:cubicBezTo>
                    <a:lnTo>
                      <a:pt x="43893" y="102095"/>
                    </a:lnTo>
                    <a:cubicBezTo>
                      <a:pt x="43920" y="102077"/>
                      <a:pt x="43946" y="102056"/>
                      <a:pt x="43971" y="102035"/>
                    </a:cubicBezTo>
                    <a:lnTo>
                      <a:pt x="78639" y="127440"/>
                    </a:lnTo>
                    <a:cubicBezTo>
                      <a:pt x="78569" y="127597"/>
                      <a:pt x="78545" y="127770"/>
                      <a:pt x="78575" y="127942"/>
                    </a:cubicBezTo>
                    <a:cubicBezTo>
                      <a:pt x="78613" y="128175"/>
                      <a:pt x="78740" y="128380"/>
                      <a:pt x="78933" y="128518"/>
                    </a:cubicBezTo>
                    <a:cubicBezTo>
                      <a:pt x="79089" y="128630"/>
                      <a:pt x="79269" y="128683"/>
                      <a:pt x="79447" y="128683"/>
                    </a:cubicBezTo>
                    <a:cubicBezTo>
                      <a:pt x="79723" y="128683"/>
                      <a:pt x="79996" y="128555"/>
                      <a:pt x="80168" y="128314"/>
                    </a:cubicBezTo>
                    <a:cubicBezTo>
                      <a:pt x="80402" y="127987"/>
                      <a:pt x="80378" y="127555"/>
                      <a:pt x="80140" y="127252"/>
                    </a:cubicBezTo>
                    <a:lnTo>
                      <a:pt x="95125" y="110526"/>
                    </a:lnTo>
                    <a:cubicBezTo>
                      <a:pt x="95273" y="110624"/>
                      <a:pt x="95441" y="110672"/>
                      <a:pt x="95607" y="110672"/>
                    </a:cubicBezTo>
                    <a:cubicBezTo>
                      <a:pt x="95788" y="110672"/>
                      <a:pt x="95963" y="110612"/>
                      <a:pt x="96112" y="110507"/>
                    </a:cubicBezTo>
                    <a:lnTo>
                      <a:pt x="102491" y="121570"/>
                    </a:lnTo>
                    <a:cubicBezTo>
                      <a:pt x="102377" y="121631"/>
                      <a:pt x="102271" y="121716"/>
                      <a:pt x="102190" y="121830"/>
                    </a:cubicBezTo>
                    <a:cubicBezTo>
                      <a:pt x="101904" y="122228"/>
                      <a:pt x="101997" y="122780"/>
                      <a:pt x="102393" y="123065"/>
                    </a:cubicBezTo>
                    <a:cubicBezTo>
                      <a:pt x="102545" y="123175"/>
                      <a:pt x="102723" y="123231"/>
                      <a:pt x="102906" y="123231"/>
                    </a:cubicBezTo>
                    <a:cubicBezTo>
                      <a:pt x="102954" y="123231"/>
                      <a:pt x="103004" y="123228"/>
                      <a:pt x="103052" y="123219"/>
                    </a:cubicBezTo>
                    <a:cubicBezTo>
                      <a:pt x="103284" y="123181"/>
                      <a:pt x="103489" y="123053"/>
                      <a:pt x="103626" y="122861"/>
                    </a:cubicBezTo>
                    <a:cubicBezTo>
                      <a:pt x="103912" y="122464"/>
                      <a:pt x="103819" y="121910"/>
                      <a:pt x="103423" y="121625"/>
                    </a:cubicBezTo>
                    <a:cubicBezTo>
                      <a:pt x="103268" y="121514"/>
                      <a:pt x="103091" y="121463"/>
                      <a:pt x="102915" y="121463"/>
                    </a:cubicBezTo>
                    <a:cubicBezTo>
                      <a:pt x="102846" y="121463"/>
                      <a:pt x="102778" y="121470"/>
                      <a:pt x="102712" y="121485"/>
                    </a:cubicBezTo>
                    <a:lnTo>
                      <a:pt x="96287" y="110342"/>
                    </a:lnTo>
                    <a:cubicBezTo>
                      <a:pt x="96298" y="110329"/>
                      <a:pt x="96313" y="110318"/>
                      <a:pt x="96325" y="110302"/>
                    </a:cubicBezTo>
                    <a:cubicBezTo>
                      <a:pt x="96610" y="109904"/>
                      <a:pt x="96518" y="109351"/>
                      <a:pt x="96121" y="109066"/>
                    </a:cubicBezTo>
                    <a:cubicBezTo>
                      <a:pt x="95993" y="108973"/>
                      <a:pt x="95844" y="108923"/>
                      <a:pt x="95692" y="108908"/>
                    </a:cubicBezTo>
                    <a:lnTo>
                      <a:pt x="88325" y="78424"/>
                    </a:lnTo>
                    <a:cubicBezTo>
                      <a:pt x="88400" y="78392"/>
                      <a:pt x="88472" y="78351"/>
                      <a:pt x="88538" y="78298"/>
                    </a:cubicBezTo>
                    <a:lnTo>
                      <a:pt x="112640" y="101661"/>
                    </a:lnTo>
                    <a:cubicBezTo>
                      <a:pt x="112415" y="102050"/>
                      <a:pt x="112513" y="102555"/>
                      <a:pt x="112886" y="102822"/>
                    </a:cubicBezTo>
                    <a:cubicBezTo>
                      <a:pt x="113043" y="102935"/>
                      <a:pt x="113222" y="102988"/>
                      <a:pt x="113401" y="102988"/>
                    </a:cubicBezTo>
                    <a:cubicBezTo>
                      <a:pt x="113421" y="102988"/>
                      <a:pt x="113442" y="102983"/>
                      <a:pt x="113461" y="102982"/>
                    </a:cubicBezTo>
                    <a:lnTo>
                      <a:pt x="118567" y="120230"/>
                    </a:lnTo>
                    <a:cubicBezTo>
                      <a:pt x="118456" y="120292"/>
                      <a:pt x="118356" y="120375"/>
                      <a:pt x="118277" y="120485"/>
                    </a:cubicBezTo>
                    <a:cubicBezTo>
                      <a:pt x="117993" y="120882"/>
                      <a:pt x="118085" y="121436"/>
                      <a:pt x="118480" y="121721"/>
                    </a:cubicBezTo>
                    <a:cubicBezTo>
                      <a:pt x="118632" y="121830"/>
                      <a:pt x="118811" y="121886"/>
                      <a:pt x="118994" y="121886"/>
                    </a:cubicBezTo>
                    <a:cubicBezTo>
                      <a:pt x="119042" y="121886"/>
                      <a:pt x="119091" y="121882"/>
                      <a:pt x="119139" y="121875"/>
                    </a:cubicBezTo>
                    <a:cubicBezTo>
                      <a:pt x="119372" y="121835"/>
                      <a:pt x="119577" y="121709"/>
                      <a:pt x="119715" y="121516"/>
                    </a:cubicBezTo>
                    <a:cubicBezTo>
                      <a:pt x="119999" y="121118"/>
                      <a:pt x="119907" y="120565"/>
                      <a:pt x="119511" y="120281"/>
                    </a:cubicBezTo>
                    <a:cubicBezTo>
                      <a:pt x="119357" y="120170"/>
                      <a:pt x="119179" y="120118"/>
                      <a:pt x="119002" y="120118"/>
                    </a:cubicBezTo>
                    <a:cubicBezTo>
                      <a:pt x="118929" y="120118"/>
                      <a:pt x="118856" y="120127"/>
                      <a:pt x="118785" y="120144"/>
                    </a:cubicBezTo>
                    <a:lnTo>
                      <a:pt x="113690" y="102933"/>
                    </a:lnTo>
                    <a:cubicBezTo>
                      <a:pt x="113856" y="102876"/>
                      <a:pt x="114009" y="102773"/>
                      <a:pt x="114121" y="102619"/>
                    </a:cubicBezTo>
                    <a:cubicBezTo>
                      <a:pt x="114405" y="102222"/>
                      <a:pt x="114313" y="101668"/>
                      <a:pt x="113917" y="101384"/>
                    </a:cubicBezTo>
                    <a:cubicBezTo>
                      <a:pt x="113762" y="101272"/>
                      <a:pt x="113582" y="101219"/>
                      <a:pt x="113404" y="101219"/>
                    </a:cubicBezTo>
                    <a:cubicBezTo>
                      <a:pt x="113177" y="101219"/>
                      <a:pt x="112951" y="101307"/>
                      <a:pt x="112782" y="101473"/>
                    </a:cubicBezTo>
                    <a:lnTo>
                      <a:pt x="88698" y="78130"/>
                    </a:lnTo>
                    <a:cubicBezTo>
                      <a:pt x="88756" y="78050"/>
                      <a:pt x="88793" y="77963"/>
                      <a:pt x="88820" y="77873"/>
                    </a:cubicBezTo>
                    <a:lnTo>
                      <a:pt x="104040" y="80436"/>
                    </a:lnTo>
                    <a:cubicBezTo>
                      <a:pt x="104042" y="80710"/>
                      <a:pt x="104168" y="80979"/>
                      <a:pt x="104406" y="81151"/>
                    </a:cubicBezTo>
                    <a:cubicBezTo>
                      <a:pt x="104559" y="81260"/>
                      <a:pt x="104736" y="81316"/>
                      <a:pt x="104920" y="81316"/>
                    </a:cubicBezTo>
                    <a:cubicBezTo>
                      <a:pt x="104968" y="81316"/>
                      <a:pt x="105019" y="81312"/>
                      <a:pt x="105067" y="81303"/>
                    </a:cubicBezTo>
                    <a:cubicBezTo>
                      <a:pt x="105299" y="81265"/>
                      <a:pt x="105503" y="81138"/>
                      <a:pt x="105641" y="80945"/>
                    </a:cubicBezTo>
                    <a:cubicBezTo>
                      <a:pt x="105673" y="80901"/>
                      <a:pt x="105700" y="80853"/>
                      <a:pt x="105722" y="80805"/>
                    </a:cubicBezTo>
                    <a:lnTo>
                      <a:pt x="125340" y="86830"/>
                    </a:lnTo>
                    <a:cubicBezTo>
                      <a:pt x="125298" y="87143"/>
                      <a:pt x="125422" y="87472"/>
                      <a:pt x="125697" y="87670"/>
                    </a:cubicBezTo>
                    <a:cubicBezTo>
                      <a:pt x="125850" y="87779"/>
                      <a:pt x="126027" y="87835"/>
                      <a:pt x="126212" y="87835"/>
                    </a:cubicBezTo>
                    <a:cubicBezTo>
                      <a:pt x="126260" y="87835"/>
                      <a:pt x="126310" y="87831"/>
                      <a:pt x="126358" y="87823"/>
                    </a:cubicBezTo>
                    <a:cubicBezTo>
                      <a:pt x="126590" y="87784"/>
                      <a:pt x="126795" y="87657"/>
                      <a:pt x="126932" y="87464"/>
                    </a:cubicBezTo>
                    <a:cubicBezTo>
                      <a:pt x="127070" y="87272"/>
                      <a:pt x="127125" y="87039"/>
                      <a:pt x="127086" y="86804"/>
                    </a:cubicBezTo>
                    <a:cubicBezTo>
                      <a:pt x="127048" y="86571"/>
                      <a:pt x="126920" y="86367"/>
                      <a:pt x="126728" y="86229"/>
                    </a:cubicBezTo>
                    <a:cubicBezTo>
                      <a:pt x="126572" y="86117"/>
                      <a:pt x="126392" y="86063"/>
                      <a:pt x="126213" y="86063"/>
                    </a:cubicBezTo>
                    <a:cubicBezTo>
                      <a:pt x="125937" y="86063"/>
                      <a:pt x="125665" y="86191"/>
                      <a:pt x="125492" y="86432"/>
                    </a:cubicBezTo>
                    <a:cubicBezTo>
                      <a:pt x="125454" y="86486"/>
                      <a:pt x="125423" y="86543"/>
                      <a:pt x="125399" y="86602"/>
                    </a:cubicBezTo>
                    <a:lnTo>
                      <a:pt x="105791" y="80580"/>
                    </a:lnTo>
                    <a:cubicBezTo>
                      <a:pt x="105808" y="80484"/>
                      <a:pt x="105812" y="80386"/>
                      <a:pt x="105795" y="80285"/>
                    </a:cubicBezTo>
                    <a:cubicBezTo>
                      <a:pt x="105757" y="80052"/>
                      <a:pt x="105629" y="79848"/>
                      <a:pt x="105437" y="79710"/>
                    </a:cubicBezTo>
                    <a:cubicBezTo>
                      <a:pt x="105283" y="79599"/>
                      <a:pt x="105105" y="79547"/>
                      <a:pt x="104928" y="79547"/>
                    </a:cubicBezTo>
                    <a:cubicBezTo>
                      <a:pt x="104839" y="79547"/>
                      <a:pt x="104751" y="79560"/>
                      <a:pt x="104666" y="79586"/>
                    </a:cubicBezTo>
                    <a:lnTo>
                      <a:pt x="91291" y="59370"/>
                    </a:lnTo>
                    <a:cubicBezTo>
                      <a:pt x="91351" y="59320"/>
                      <a:pt x="91408" y="59265"/>
                      <a:pt x="91454" y="59199"/>
                    </a:cubicBezTo>
                    <a:cubicBezTo>
                      <a:pt x="91612" y="58980"/>
                      <a:pt x="91650" y="58716"/>
                      <a:pt x="91591" y="58473"/>
                    </a:cubicBezTo>
                    <a:lnTo>
                      <a:pt x="121723" y="42022"/>
                    </a:lnTo>
                    <a:cubicBezTo>
                      <a:pt x="121773" y="42082"/>
                      <a:pt x="121827" y="42140"/>
                      <a:pt x="121893" y="42188"/>
                    </a:cubicBezTo>
                    <a:cubicBezTo>
                      <a:pt x="122049" y="42300"/>
                      <a:pt x="122229" y="42354"/>
                      <a:pt x="122408" y="42354"/>
                    </a:cubicBezTo>
                    <a:cubicBezTo>
                      <a:pt x="122508" y="42354"/>
                      <a:pt x="122608" y="42331"/>
                      <a:pt x="122702" y="42298"/>
                    </a:cubicBezTo>
                    <a:lnTo>
                      <a:pt x="143453" y="68738"/>
                    </a:lnTo>
                    <a:cubicBezTo>
                      <a:pt x="143438" y="68755"/>
                      <a:pt x="143422" y="68770"/>
                      <a:pt x="143408" y="68787"/>
                    </a:cubicBezTo>
                    <a:cubicBezTo>
                      <a:pt x="143123" y="69184"/>
                      <a:pt x="143215" y="69738"/>
                      <a:pt x="143613" y="70023"/>
                    </a:cubicBezTo>
                    <a:cubicBezTo>
                      <a:pt x="143769" y="70135"/>
                      <a:pt x="143948" y="70188"/>
                      <a:pt x="144127" y="70188"/>
                    </a:cubicBezTo>
                    <a:cubicBezTo>
                      <a:pt x="144155" y="70188"/>
                      <a:pt x="144182" y="70181"/>
                      <a:pt x="144210" y="70179"/>
                    </a:cubicBezTo>
                    <a:lnTo>
                      <a:pt x="150276" y="95191"/>
                    </a:lnTo>
                    <a:cubicBezTo>
                      <a:pt x="150132" y="95254"/>
                      <a:pt x="150005" y="95352"/>
                      <a:pt x="149911" y="95484"/>
                    </a:cubicBezTo>
                    <a:cubicBezTo>
                      <a:pt x="149774" y="95676"/>
                      <a:pt x="149718" y="95910"/>
                      <a:pt x="149758" y="96144"/>
                    </a:cubicBezTo>
                    <a:cubicBezTo>
                      <a:pt x="149796" y="96377"/>
                      <a:pt x="149923" y="96581"/>
                      <a:pt x="150116" y="96719"/>
                    </a:cubicBezTo>
                    <a:cubicBezTo>
                      <a:pt x="150272" y="96832"/>
                      <a:pt x="150451" y="96885"/>
                      <a:pt x="150630" y="96885"/>
                    </a:cubicBezTo>
                    <a:cubicBezTo>
                      <a:pt x="150905" y="96885"/>
                      <a:pt x="151178" y="96757"/>
                      <a:pt x="151351" y="96516"/>
                    </a:cubicBezTo>
                    <a:cubicBezTo>
                      <a:pt x="151633" y="96119"/>
                      <a:pt x="151542" y="95564"/>
                      <a:pt x="151145" y="95281"/>
                    </a:cubicBezTo>
                    <a:cubicBezTo>
                      <a:pt x="150994" y="95171"/>
                      <a:pt x="150817" y="95116"/>
                      <a:pt x="150635" y="95116"/>
                    </a:cubicBezTo>
                    <a:cubicBezTo>
                      <a:pt x="150591" y="95116"/>
                      <a:pt x="150546" y="95119"/>
                      <a:pt x="150501" y="95126"/>
                    </a:cubicBezTo>
                    <a:lnTo>
                      <a:pt x="144439" y="70126"/>
                    </a:lnTo>
                    <a:cubicBezTo>
                      <a:pt x="144598" y="70068"/>
                      <a:pt x="144742" y="69967"/>
                      <a:pt x="144848" y="69819"/>
                    </a:cubicBezTo>
                    <a:cubicBezTo>
                      <a:pt x="145133" y="69422"/>
                      <a:pt x="145041" y="68869"/>
                      <a:pt x="144643" y="68584"/>
                    </a:cubicBezTo>
                    <a:cubicBezTo>
                      <a:pt x="144489" y="68473"/>
                      <a:pt x="144310" y="68419"/>
                      <a:pt x="144133" y="68419"/>
                    </a:cubicBezTo>
                    <a:cubicBezTo>
                      <a:pt x="143954" y="68419"/>
                      <a:pt x="143776" y="68474"/>
                      <a:pt x="143625" y="68579"/>
                    </a:cubicBezTo>
                    <a:lnTo>
                      <a:pt x="122923" y="42187"/>
                    </a:lnTo>
                    <a:cubicBezTo>
                      <a:pt x="123003" y="42130"/>
                      <a:pt x="123078" y="42066"/>
                      <a:pt x="123137" y="41982"/>
                    </a:cubicBezTo>
                    <a:cubicBezTo>
                      <a:pt x="123422" y="41585"/>
                      <a:pt x="123330" y="41031"/>
                      <a:pt x="122934" y="40747"/>
                    </a:cubicBezTo>
                    <a:cubicBezTo>
                      <a:pt x="122782" y="40638"/>
                      <a:pt x="122603" y="40581"/>
                      <a:pt x="122419" y="40581"/>
                    </a:cubicBezTo>
                    <a:cubicBezTo>
                      <a:pt x="122371" y="40581"/>
                      <a:pt x="122322" y="40585"/>
                      <a:pt x="122273" y="40593"/>
                    </a:cubicBezTo>
                    <a:cubicBezTo>
                      <a:pt x="122040" y="40632"/>
                      <a:pt x="121837" y="40759"/>
                      <a:pt x="121699" y="40952"/>
                    </a:cubicBezTo>
                    <a:cubicBezTo>
                      <a:pt x="121684" y="40972"/>
                      <a:pt x="121674" y="40993"/>
                      <a:pt x="121662" y="41015"/>
                    </a:cubicBezTo>
                    <a:lnTo>
                      <a:pt x="88927" y="19118"/>
                    </a:lnTo>
                    <a:cubicBezTo>
                      <a:pt x="89200" y="18723"/>
                      <a:pt x="89106" y="18178"/>
                      <a:pt x="88714" y="17898"/>
                    </a:cubicBezTo>
                    <a:cubicBezTo>
                      <a:pt x="88558" y="17786"/>
                      <a:pt x="88378" y="17733"/>
                      <a:pt x="88200" y="17733"/>
                    </a:cubicBezTo>
                    <a:cubicBezTo>
                      <a:pt x="87924" y="17733"/>
                      <a:pt x="87652" y="17861"/>
                      <a:pt x="87479" y="18101"/>
                    </a:cubicBezTo>
                    <a:cubicBezTo>
                      <a:pt x="87463" y="18124"/>
                      <a:pt x="87452" y="18149"/>
                      <a:pt x="87437" y="18172"/>
                    </a:cubicBezTo>
                    <a:lnTo>
                      <a:pt x="59626" y="948"/>
                    </a:lnTo>
                    <a:cubicBezTo>
                      <a:pt x="59646" y="651"/>
                      <a:pt x="59520" y="351"/>
                      <a:pt x="59262" y="166"/>
                    </a:cubicBezTo>
                    <a:cubicBezTo>
                      <a:pt x="59111" y="58"/>
                      <a:pt x="58932" y="0"/>
                      <a:pt x="587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5"/>
              <p:cNvSpPr/>
              <p:nvPr/>
            </p:nvSpPr>
            <p:spPr>
              <a:xfrm>
                <a:off x="1522650" y="3538750"/>
                <a:ext cx="2417375" cy="1058350"/>
              </a:xfrm>
              <a:custGeom>
                <a:avLst/>
                <a:gdLst/>
                <a:ahLst/>
                <a:cxnLst/>
                <a:rect l="l" t="t" r="r" b="b"/>
                <a:pathLst>
                  <a:path w="96695" h="42334" extrusionOk="0">
                    <a:moveTo>
                      <a:pt x="1008" y="1"/>
                    </a:moveTo>
                    <a:cubicBezTo>
                      <a:pt x="960" y="1"/>
                      <a:pt x="911" y="5"/>
                      <a:pt x="862" y="13"/>
                    </a:cubicBezTo>
                    <a:cubicBezTo>
                      <a:pt x="628" y="51"/>
                      <a:pt x="424" y="179"/>
                      <a:pt x="285" y="371"/>
                    </a:cubicBezTo>
                    <a:cubicBezTo>
                      <a:pt x="1" y="768"/>
                      <a:pt x="93" y="1321"/>
                      <a:pt x="489" y="1607"/>
                    </a:cubicBezTo>
                    <a:cubicBezTo>
                      <a:pt x="641" y="1716"/>
                      <a:pt x="819" y="1772"/>
                      <a:pt x="1002" y="1772"/>
                    </a:cubicBezTo>
                    <a:cubicBezTo>
                      <a:pt x="1050" y="1772"/>
                      <a:pt x="1100" y="1768"/>
                      <a:pt x="1148" y="1760"/>
                    </a:cubicBezTo>
                    <a:cubicBezTo>
                      <a:pt x="1382" y="1721"/>
                      <a:pt x="1585" y="1594"/>
                      <a:pt x="1724" y="1401"/>
                    </a:cubicBezTo>
                    <a:cubicBezTo>
                      <a:pt x="1775" y="1331"/>
                      <a:pt x="1812" y="1251"/>
                      <a:pt x="1839" y="1170"/>
                    </a:cubicBezTo>
                    <a:lnTo>
                      <a:pt x="49478" y="20273"/>
                    </a:lnTo>
                    <a:cubicBezTo>
                      <a:pt x="49259" y="20661"/>
                      <a:pt x="49358" y="21161"/>
                      <a:pt x="49729" y="21426"/>
                    </a:cubicBezTo>
                    <a:cubicBezTo>
                      <a:pt x="49886" y="21538"/>
                      <a:pt x="50065" y="21592"/>
                      <a:pt x="50244" y="21592"/>
                    </a:cubicBezTo>
                    <a:cubicBezTo>
                      <a:pt x="50520" y="21592"/>
                      <a:pt x="50792" y="21463"/>
                      <a:pt x="50965" y="21223"/>
                    </a:cubicBezTo>
                    <a:cubicBezTo>
                      <a:pt x="50983" y="21196"/>
                      <a:pt x="50997" y="21168"/>
                      <a:pt x="51011" y="21141"/>
                    </a:cubicBezTo>
                    <a:lnTo>
                      <a:pt x="70453" y="38632"/>
                    </a:lnTo>
                    <a:cubicBezTo>
                      <a:pt x="70320" y="38824"/>
                      <a:pt x="70266" y="39053"/>
                      <a:pt x="70304" y="39285"/>
                    </a:cubicBezTo>
                    <a:cubicBezTo>
                      <a:pt x="70342" y="39518"/>
                      <a:pt x="70469" y="39722"/>
                      <a:pt x="70662" y="39860"/>
                    </a:cubicBezTo>
                    <a:cubicBezTo>
                      <a:pt x="70818" y="39972"/>
                      <a:pt x="70998" y="40026"/>
                      <a:pt x="71176" y="40026"/>
                    </a:cubicBezTo>
                    <a:cubicBezTo>
                      <a:pt x="71452" y="40026"/>
                      <a:pt x="71725" y="39897"/>
                      <a:pt x="71897" y="39657"/>
                    </a:cubicBezTo>
                    <a:cubicBezTo>
                      <a:pt x="71957" y="39572"/>
                      <a:pt x="71998" y="39480"/>
                      <a:pt x="72025" y="39385"/>
                    </a:cubicBezTo>
                    <a:lnTo>
                      <a:pt x="94903" y="41502"/>
                    </a:lnTo>
                    <a:cubicBezTo>
                      <a:pt x="94919" y="41758"/>
                      <a:pt x="95040" y="42007"/>
                      <a:pt x="95266" y="42168"/>
                    </a:cubicBezTo>
                    <a:cubicBezTo>
                      <a:pt x="95423" y="42280"/>
                      <a:pt x="95601" y="42334"/>
                      <a:pt x="95781" y="42334"/>
                    </a:cubicBezTo>
                    <a:cubicBezTo>
                      <a:pt x="96056" y="42334"/>
                      <a:pt x="96329" y="42206"/>
                      <a:pt x="96502" y="41965"/>
                    </a:cubicBezTo>
                    <a:cubicBezTo>
                      <a:pt x="96639" y="41772"/>
                      <a:pt x="96694" y="41539"/>
                      <a:pt x="96655" y="41305"/>
                    </a:cubicBezTo>
                    <a:cubicBezTo>
                      <a:pt x="96620" y="41070"/>
                      <a:pt x="96493" y="40865"/>
                      <a:pt x="96301" y="40727"/>
                    </a:cubicBezTo>
                    <a:cubicBezTo>
                      <a:pt x="96148" y="40618"/>
                      <a:pt x="95971" y="40561"/>
                      <a:pt x="95788" y="40561"/>
                    </a:cubicBezTo>
                    <a:cubicBezTo>
                      <a:pt x="95739" y="40561"/>
                      <a:pt x="95690" y="40565"/>
                      <a:pt x="95641" y="40573"/>
                    </a:cubicBezTo>
                    <a:cubicBezTo>
                      <a:pt x="95408" y="40613"/>
                      <a:pt x="95203" y="40739"/>
                      <a:pt x="95065" y="40932"/>
                    </a:cubicBezTo>
                    <a:cubicBezTo>
                      <a:pt x="94993" y="41035"/>
                      <a:pt x="94944" y="41149"/>
                      <a:pt x="94920" y="41266"/>
                    </a:cubicBezTo>
                    <a:lnTo>
                      <a:pt x="72064" y="39153"/>
                    </a:lnTo>
                    <a:cubicBezTo>
                      <a:pt x="72068" y="38873"/>
                      <a:pt x="71940" y="38595"/>
                      <a:pt x="71697" y="38420"/>
                    </a:cubicBezTo>
                    <a:cubicBezTo>
                      <a:pt x="71545" y="38311"/>
                      <a:pt x="71367" y="38254"/>
                      <a:pt x="71183" y="38254"/>
                    </a:cubicBezTo>
                    <a:cubicBezTo>
                      <a:pt x="71134" y="38254"/>
                      <a:pt x="71085" y="38258"/>
                      <a:pt x="71036" y="38266"/>
                    </a:cubicBezTo>
                    <a:cubicBezTo>
                      <a:pt x="70879" y="38292"/>
                      <a:pt x="70737" y="38361"/>
                      <a:pt x="70617" y="38461"/>
                    </a:cubicBezTo>
                    <a:lnTo>
                      <a:pt x="51109" y="20911"/>
                    </a:lnTo>
                    <a:cubicBezTo>
                      <a:pt x="51188" y="20572"/>
                      <a:pt x="51063" y="20203"/>
                      <a:pt x="50764" y="19988"/>
                    </a:cubicBezTo>
                    <a:cubicBezTo>
                      <a:pt x="50609" y="19877"/>
                      <a:pt x="50430" y="19824"/>
                      <a:pt x="50253" y="19824"/>
                    </a:cubicBezTo>
                    <a:cubicBezTo>
                      <a:pt x="50023" y="19824"/>
                      <a:pt x="49796" y="19913"/>
                      <a:pt x="49627" y="20080"/>
                    </a:cubicBezTo>
                    <a:lnTo>
                      <a:pt x="1890" y="937"/>
                    </a:lnTo>
                    <a:cubicBezTo>
                      <a:pt x="1894" y="873"/>
                      <a:pt x="1893" y="807"/>
                      <a:pt x="1881" y="741"/>
                    </a:cubicBezTo>
                    <a:cubicBezTo>
                      <a:pt x="1842" y="507"/>
                      <a:pt x="1715" y="304"/>
                      <a:pt x="1523" y="167"/>
                    </a:cubicBezTo>
                    <a:cubicBezTo>
                      <a:pt x="1371" y="58"/>
                      <a:pt x="1192" y="1"/>
                      <a:pt x="100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pace Grotesk"/>
              <a:buNone/>
              <a:defRPr sz="3000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●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○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iro"/>
              <a:buChar char="■"/>
              <a:defRPr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29"/>
          <p:cNvGrpSpPr/>
          <p:nvPr/>
        </p:nvGrpSpPr>
        <p:grpSpPr>
          <a:xfrm rot="756538">
            <a:off x="-943408" y="-1494947"/>
            <a:ext cx="4574157" cy="3479412"/>
            <a:chOff x="1522650" y="1117750"/>
            <a:chExt cx="4574075" cy="3479350"/>
          </a:xfrm>
        </p:grpSpPr>
        <p:sp>
          <p:nvSpPr>
            <p:cNvPr id="250" name="Google Shape;250;p29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57388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9"/>
          <p:cNvSpPr txBox="1">
            <a:spLocks noGrp="1"/>
          </p:cNvSpPr>
          <p:nvPr>
            <p:ph type="ctrTitle"/>
          </p:nvPr>
        </p:nvSpPr>
        <p:spPr>
          <a:xfrm>
            <a:off x="440012" y="1264444"/>
            <a:ext cx="7932463" cy="25549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3600" dirty="0">
                <a:solidFill>
                  <a:schemeClr val="dk1"/>
                </a:solidFill>
              </a:rPr>
              <a:t>Backup i restore mehanizmi u InfluxDB bazi podataka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254" name="Google Shape;254;p29"/>
          <p:cNvSpPr txBox="1">
            <a:spLocks noGrp="1"/>
          </p:cNvSpPr>
          <p:nvPr>
            <p:ph type="subTitle" idx="1"/>
          </p:nvPr>
        </p:nvSpPr>
        <p:spPr>
          <a:xfrm>
            <a:off x="713225" y="3885650"/>
            <a:ext cx="369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/>
              <a:t>Anita Golubović, broj indeksa 2095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InfluxDB 3 Core</a:t>
            </a:r>
            <a:endParaRPr dirty="0"/>
          </a:p>
        </p:txBody>
      </p:sp>
      <p:sp>
        <p:nvSpPr>
          <p:cNvPr id="306" name="Google Shape;306;p34"/>
          <p:cNvSpPr txBox="1">
            <a:spLocks noGrp="1"/>
          </p:cNvSpPr>
          <p:nvPr>
            <p:ph type="subTitle" idx="3"/>
          </p:nvPr>
        </p:nvSpPr>
        <p:spPr>
          <a:xfrm>
            <a:off x="786493" y="1399074"/>
            <a:ext cx="6843032" cy="2265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sr-Latn-RS" sz="2000" dirty="0"/>
              <a:t>Čuva: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sz="2000" dirty="0"/>
              <a:t>Podatke – Parquet fajlovi, 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sz="2000" dirty="0"/>
              <a:t>Metapodatke – baze, tabele, šema, stanje sistema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sr-Latn-RS" sz="2000" dirty="0"/>
          </a:p>
          <a:p>
            <a:pPr marL="0" lvl="0" indent="0"/>
            <a:r>
              <a:rPr lang="pl-PL" sz="2000" dirty="0"/>
              <a:t>Backup/restore mora obuhvatiti i podatke i metapodatke</a:t>
            </a:r>
            <a:endParaRPr lang="sr-Latn-R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A72E1E7E-4926-A11E-D0B8-CB320031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456082CF-9B16-B92A-1CAF-52E616E9F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Object storage</a:t>
            </a:r>
            <a:endParaRPr dirty="0"/>
          </a:p>
        </p:txBody>
      </p:sp>
      <p:sp>
        <p:nvSpPr>
          <p:cNvPr id="306" name="Google Shape;306;p34">
            <a:extLst>
              <a:ext uri="{FF2B5EF4-FFF2-40B4-BE49-F238E27FC236}">
                <a16:creationId xmlns:a16="http://schemas.microsoft.com/office/drawing/2014/main" id="{8DE9A945-F865-14BD-5309-8E81F05727A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6493" y="1399074"/>
            <a:ext cx="6843032" cy="2265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sz="2000" dirty="0"/>
              <a:t>Lokalni fajl sistem,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AWS S3 </a:t>
            </a:r>
            <a:r>
              <a:rPr lang="en-US" sz="2000" dirty="0" err="1"/>
              <a:t>i</a:t>
            </a:r>
            <a:r>
              <a:rPr lang="en-US" sz="2000" dirty="0"/>
              <a:t> S3-kompatibilna </a:t>
            </a:r>
            <a:r>
              <a:rPr lang="en-US" sz="2000" dirty="0" err="1"/>
              <a:t>skladišta</a:t>
            </a:r>
            <a:r>
              <a:rPr lang="en-US" sz="2000" dirty="0"/>
              <a:t> (</a:t>
            </a:r>
            <a:r>
              <a:rPr lang="en-US" sz="2000" dirty="0" err="1"/>
              <a:t>MinIO</a:t>
            </a:r>
            <a:r>
              <a:rPr lang="en-US" sz="2000" dirty="0"/>
              <a:t>),</a:t>
            </a:r>
            <a:endParaRPr lang="sr-Latn-R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Azure Blob Storage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endParaRPr lang="sr-Latn-R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Google Cloud Storage.</a:t>
            </a:r>
            <a:endParaRPr lang="sr-Latn-RS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sr-Latn-RS" sz="2000" dirty="0"/>
          </a:p>
          <a:p>
            <a:pPr marL="0" lvl="0" indent="0"/>
            <a:r>
              <a:rPr lang="sr-Latn-RS" sz="2000" dirty="0"/>
              <a:t>** </a:t>
            </a:r>
            <a:r>
              <a:rPr lang="en-US" sz="2000" dirty="0"/>
              <a:t>Memory-based object store </a:t>
            </a:r>
            <a:r>
              <a:rPr lang="en-US" sz="2000" dirty="0" err="1"/>
              <a:t>nije</a:t>
            </a:r>
            <a:r>
              <a:rPr lang="en-US" sz="2000" dirty="0"/>
              <a:t> </a:t>
            </a:r>
            <a:r>
              <a:rPr lang="en-US" sz="2000" dirty="0" err="1"/>
              <a:t>podržan</a:t>
            </a:r>
            <a:r>
              <a:rPr lang="en-US" sz="2000" dirty="0"/>
              <a:t> za backup </a:t>
            </a:r>
            <a:r>
              <a:rPr lang="en-US" sz="2000" dirty="0" err="1"/>
              <a:t>i</a:t>
            </a:r>
            <a:r>
              <a:rPr lang="en-US" sz="2000" dirty="0"/>
              <a:t> restore.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4222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71F0F0EC-B5DB-3A46-5A13-1BD4872B1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88BE6798-8C6C-8A3A-41D8-803463108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Cyrl-RS" sz="3200" dirty="0" err="1"/>
              <a:t>Struktura</a:t>
            </a:r>
            <a:r>
              <a:rPr lang="sr-Cyrl-RS" sz="3200" dirty="0"/>
              <a:t> </a:t>
            </a:r>
            <a:r>
              <a:rPr lang="sr-Cyrl-RS" sz="3200" dirty="0" err="1"/>
              <a:t>podataka</a:t>
            </a:r>
            <a:r>
              <a:rPr lang="sr-Cyrl-RS" sz="3200" dirty="0"/>
              <a:t> </a:t>
            </a:r>
            <a:r>
              <a:rPr lang="sr-Cyrl-RS" sz="3200" dirty="0" err="1"/>
              <a:t>na</a:t>
            </a:r>
            <a:r>
              <a:rPr lang="sr-Cyrl-RS" sz="3200" dirty="0"/>
              <a:t> </a:t>
            </a:r>
            <a:r>
              <a:rPr lang="sr-Cyrl-RS" sz="3200" dirty="0" err="1"/>
              <a:t>disku</a:t>
            </a:r>
            <a:r>
              <a:rPr lang="sr-Cyrl-RS" sz="3200" dirty="0"/>
              <a:t> </a:t>
            </a:r>
            <a:endParaRPr lang="en-US" sz="3200" dirty="0"/>
          </a:p>
        </p:txBody>
      </p:sp>
      <p:sp>
        <p:nvSpPr>
          <p:cNvPr id="306" name="Google Shape;306;p34">
            <a:extLst>
              <a:ext uri="{FF2B5EF4-FFF2-40B4-BE49-F238E27FC236}">
                <a16:creationId xmlns:a16="http://schemas.microsoft.com/office/drawing/2014/main" id="{E39E9F3A-28DA-9AF0-ECE3-F84E45BB8A4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6492" y="1399073"/>
            <a:ext cx="7703999" cy="2987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b="1" dirty="0"/>
              <a:t>&lt;node_id&gt; </a:t>
            </a:r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node_id</a:t>
            </a:r>
            <a:r>
              <a:rPr lang="en-US" dirty="0"/>
              <a:t>&gt;/_</a:t>
            </a:r>
            <a:r>
              <a:rPr lang="en-US" dirty="0" err="1"/>
              <a:t>catalog_checkpoint</a:t>
            </a:r>
            <a:endParaRPr lang="sr-Latn-RS" dirty="0"/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node_id</a:t>
            </a:r>
            <a:r>
              <a:rPr lang="en-US" dirty="0"/>
              <a:t>&gt;/catalog/</a:t>
            </a:r>
            <a:endParaRPr lang="sr-Latn-RS" dirty="0"/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node_id</a:t>
            </a:r>
            <a:r>
              <a:rPr lang="en-US" dirty="0"/>
              <a:t>&gt;/</a:t>
            </a:r>
            <a:r>
              <a:rPr lang="en-US" dirty="0" err="1"/>
              <a:t>wal</a:t>
            </a:r>
            <a:r>
              <a:rPr lang="en-US" dirty="0"/>
              <a:t>/</a:t>
            </a:r>
            <a:endParaRPr lang="sr-Latn-RS" dirty="0"/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node_id</a:t>
            </a:r>
            <a:r>
              <a:rPr lang="en-US" dirty="0"/>
              <a:t>&gt;/snapshots/</a:t>
            </a:r>
            <a:endParaRPr lang="sr-Latn-RS" dirty="0"/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&lt;</a:t>
            </a:r>
            <a:r>
              <a:rPr lang="en-GB" dirty="0" err="1"/>
              <a:t>node_id</a:t>
            </a:r>
            <a:r>
              <a:rPr lang="en-GB" dirty="0"/>
              <a:t>&gt;/</a:t>
            </a:r>
            <a:r>
              <a:rPr lang="en-GB" dirty="0" err="1"/>
              <a:t>dbs</a:t>
            </a:r>
            <a:r>
              <a:rPr lang="en-GB" dirty="0"/>
              <a:t>/&lt;</a:t>
            </a:r>
            <a:r>
              <a:rPr lang="en-GB" dirty="0" err="1"/>
              <a:t>db</a:t>
            </a:r>
            <a:r>
              <a:rPr lang="en-GB" dirty="0"/>
              <a:t>&gt;/&lt;table&gt;/&lt;date&gt;/</a:t>
            </a:r>
            <a:endParaRPr lang="sr-Latn-RS" dirty="0"/>
          </a:p>
          <a:p>
            <a:pPr marL="285750" lvl="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GB" dirty="0"/>
              <a:t>&lt;</a:t>
            </a:r>
            <a:r>
              <a:rPr lang="en-GB" dirty="0" err="1"/>
              <a:t>node_id</a:t>
            </a:r>
            <a:r>
              <a:rPr lang="en-GB" dirty="0"/>
              <a:t>&gt;/table-snapshots/&lt;</a:t>
            </a:r>
            <a:r>
              <a:rPr lang="en-GB" dirty="0" err="1"/>
              <a:t>db</a:t>
            </a:r>
            <a:r>
              <a:rPr lang="en-GB" dirty="0"/>
              <a:t>&gt;/&lt;table&gt;/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23025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8A6E936F-C2E7-2272-0C95-009585018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26266993-1304-51D3-AABD-EF0551208A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Odsustvo ugrađenih alata</a:t>
            </a:r>
            <a:endParaRPr lang="en-US" sz="3200" dirty="0"/>
          </a:p>
        </p:txBody>
      </p:sp>
      <p:sp>
        <p:nvSpPr>
          <p:cNvPr id="306" name="Google Shape;306;p34">
            <a:extLst>
              <a:ext uri="{FF2B5EF4-FFF2-40B4-BE49-F238E27FC236}">
                <a16:creationId xmlns:a16="http://schemas.microsoft.com/office/drawing/2014/main" id="{7E7B1FEC-EBE4-772B-078B-26FCCAD08783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6492" y="1399073"/>
            <a:ext cx="7703999" cy="2987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dirty="0"/>
              <a:t>Ne postoji ugrađena komanda za backup/restore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sr-Latn-R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sr-Latn-RS" dirty="0"/>
              <a:t>Administrator sprovodi proceduru nad fajlovima iz object storage-a</a:t>
            </a:r>
          </a:p>
          <a:p>
            <a:pPr marL="0" lvl="0" indent="0"/>
            <a:endParaRPr lang="sr-Latn-R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dirty="0"/>
              <a:t>Backup/restore pažljivo poštovanje propisanog redosleda!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2635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2BB9FAB1-EE32-158D-35EF-DD512E1F8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A6E31221-0862-8BF6-72FB-49E11CB4FE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Preporučeni redosled backup-a</a:t>
            </a:r>
            <a:endParaRPr lang="en-US" sz="3200" dirty="0"/>
          </a:p>
        </p:txBody>
      </p:sp>
      <p:sp>
        <p:nvSpPr>
          <p:cNvPr id="306" name="Google Shape;306;p34">
            <a:extLst>
              <a:ext uri="{FF2B5EF4-FFF2-40B4-BE49-F238E27FC236}">
                <a16:creationId xmlns:a16="http://schemas.microsoft.com/office/drawing/2014/main" id="{01947198-7FB1-02D6-ECCD-0D67879F414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6492" y="1399073"/>
            <a:ext cx="7703999" cy="2987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lvl="0" indent="-342900">
              <a:buFont typeface="+mj-lt"/>
              <a:buAutoNum type="arabicPeriod"/>
            </a:pPr>
            <a:r>
              <a:rPr lang="en-US" b="1" dirty="0"/>
              <a:t>&lt;</a:t>
            </a:r>
            <a:r>
              <a:rPr lang="en-US" b="1" dirty="0" err="1"/>
              <a:t>node_id</a:t>
            </a:r>
            <a:r>
              <a:rPr lang="en-US" b="1" dirty="0"/>
              <a:t>&gt;/snapshots/</a:t>
            </a:r>
            <a:r>
              <a:rPr lang="en-US" dirty="0"/>
              <a:t>,</a:t>
            </a:r>
          </a:p>
          <a:p>
            <a:pPr marL="495300" lvl="0" indent="-342900">
              <a:buFont typeface="+mj-lt"/>
              <a:buAutoNum type="arabicPeriod"/>
            </a:pPr>
            <a:r>
              <a:rPr lang="en-US" b="1" dirty="0"/>
              <a:t>&lt;</a:t>
            </a:r>
            <a:r>
              <a:rPr lang="en-US" b="1" dirty="0" err="1"/>
              <a:t>node_id</a:t>
            </a:r>
            <a:r>
              <a:rPr lang="en-US" b="1" dirty="0"/>
              <a:t>&gt;/</a:t>
            </a:r>
            <a:r>
              <a:rPr lang="en-US" b="1" dirty="0" err="1"/>
              <a:t>dbs</a:t>
            </a:r>
            <a:r>
              <a:rPr lang="en-US" b="1" dirty="0"/>
              <a:t>/</a:t>
            </a:r>
            <a:r>
              <a:rPr lang="en-US" dirty="0"/>
              <a:t>, </a:t>
            </a:r>
          </a:p>
          <a:p>
            <a:pPr marL="495300" lvl="0" indent="-342900">
              <a:buFont typeface="+mj-lt"/>
              <a:buAutoNum type="arabicPeriod"/>
            </a:pPr>
            <a:r>
              <a:rPr lang="en-US" b="1" dirty="0"/>
              <a:t>&lt;</a:t>
            </a:r>
            <a:r>
              <a:rPr lang="en-US" b="1" dirty="0" err="1"/>
              <a:t>node_id</a:t>
            </a:r>
            <a:r>
              <a:rPr lang="en-US" b="1" dirty="0"/>
              <a:t>&gt;/</a:t>
            </a:r>
            <a:r>
              <a:rPr lang="en-US" b="1" dirty="0" err="1"/>
              <a:t>wal</a:t>
            </a:r>
            <a:r>
              <a:rPr lang="en-US" b="1" dirty="0"/>
              <a:t>/</a:t>
            </a:r>
            <a:r>
              <a:rPr lang="en-US" dirty="0"/>
              <a:t>,</a:t>
            </a:r>
          </a:p>
          <a:p>
            <a:pPr marL="495300" lvl="0" indent="-342900">
              <a:buFont typeface="+mj-lt"/>
              <a:buAutoNum type="arabicPeriod"/>
            </a:pPr>
            <a:r>
              <a:rPr lang="en-US" b="1" dirty="0"/>
              <a:t>&lt;</a:t>
            </a:r>
            <a:r>
              <a:rPr lang="en-US" b="1" dirty="0" err="1"/>
              <a:t>node_id</a:t>
            </a:r>
            <a:r>
              <a:rPr lang="en-US" b="1" dirty="0"/>
              <a:t>&gt;/catalog/,</a:t>
            </a:r>
            <a:endParaRPr lang="en-US" dirty="0"/>
          </a:p>
          <a:p>
            <a:pPr marL="495300" lvl="0" indent="-342900">
              <a:buFont typeface="+mj-lt"/>
              <a:buAutoNum type="arabicPeriod"/>
            </a:pPr>
            <a:r>
              <a:rPr lang="en-US" b="1" dirty="0"/>
              <a:t>&lt;</a:t>
            </a:r>
            <a:r>
              <a:rPr lang="en-US" b="1" dirty="0" err="1"/>
              <a:t>node_id</a:t>
            </a:r>
            <a:r>
              <a:rPr lang="en-US" b="1" dirty="0"/>
              <a:t>&gt;/_</a:t>
            </a:r>
            <a:r>
              <a:rPr lang="en-US" b="1" dirty="0" err="1"/>
              <a:t>catalog_checkpoint</a:t>
            </a:r>
            <a:r>
              <a:rPr lang="en-US" dirty="0"/>
              <a:t>.</a:t>
            </a:r>
          </a:p>
          <a:p>
            <a:pPr marL="495300" lvl="0" indent="-342900">
              <a:buFont typeface="+mj-lt"/>
              <a:buAutoNum type="arabicPeriod"/>
            </a:pPr>
            <a:endParaRPr lang="en-US" dirty="0"/>
          </a:p>
          <a:p>
            <a:pPr marL="152400" lvl="0" indent="0"/>
            <a:r>
              <a:rPr lang="en-US" dirty="0"/>
              <a:t>Ne </a:t>
            </a:r>
            <a:r>
              <a:rPr lang="en-US" dirty="0" err="1"/>
              <a:t>kopira</a:t>
            </a:r>
            <a:r>
              <a:rPr lang="en-US" dirty="0"/>
              <a:t> se</a:t>
            </a:r>
            <a:r>
              <a:rPr lang="sr-Latn-RS" dirty="0"/>
              <a:t>:</a:t>
            </a:r>
          </a:p>
          <a:p>
            <a:pPr marL="152400" lvl="0" indent="0"/>
            <a:r>
              <a:rPr lang="sr-Latn-RS" dirty="0"/>
              <a:t>/</a:t>
            </a:r>
            <a:r>
              <a:rPr lang="en-US" dirty="0"/>
              <a:t>table-snapshots/ - </a:t>
            </a:r>
            <a:r>
              <a:rPr lang="en-US" dirty="0" err="1"/>
              <a:t>regeneri</a:t>
            </a:r>
            <a:r>
              <a:rPr lang="sr-Latn-RS" dirty="0"/>
              <a:t>še se pri restartu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2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986481B0-8066-C0FF-CB17-4CEDE0779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62D7B955-F9F8-C2C1-8545-198C5F9E0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Backup na lokalnom fajl sistemu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12A98-3C57-1D6D-52C6-93C8A82C7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1017725"/>
            <a:ext cx="6991350" cy="3826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957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9BC3D73C-DB67-FCB2-8BDC-8C24B66C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6CE00447-ABEE-FB68-DD04-0707C41370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en-US" dirty="0"/>
              <a:t>Backup </a:t>
            </a:r>
            <a:r>
              <a:rPr lang="en-US" dirty="0" err="1"/>
              <a:t>na</a:t>
            </a:r>
            <a:r>
              <a:rPr lang="en-US" dirty="0"/>
              <a:t> S3-kompatibilnom </a:t>
            </a:r>
            <a:r>
              <a:rPr lang="en-US" dirty="0" err="1"/>
              <a:t>skladištu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61F2D5-B764-36D9-66BE-6010DC6A8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029" y="914193"/>
            <a:ext cx="4365802" cy="41129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62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6B98D810-B63B-50D7-3551-305158FC2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CF26D343-736C-C751-A931-FB6388841C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Preporučeni redosled restore-a</a:t>
            </a:r>
            <a:endParaRPr lang="en-US" sz="3200" dirty="0"/>
          </a:p>
        </p:txBody>
      </p:sp>
      <p:sp>
        <p:nvSpPr>
          <p:cNvPr id="306" name="Google Shape;306;p34">
            <a:extLst>
              <a:ext uri="{FF2B5EF4-FFF2-40B4-BE49-F238E27FC236}">
                <a16:creationId xmlns:a16="http://schemas.microsoft.com/office/drawing/2014/main" id="{1DF72524-8B9D-51FD-E972-D002A1EF433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86492" y="1399073"/>
            <a:ext cx="7703999" cy="2987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95300" lvl="0" indent="-342900">
              <a:buFont typeface="+mj-lt"/>
              <a:buAutoNum type="arabicPeriod"/>
            </a:pPr>
            <a:r>
              <a:rPr lang="sr-Cyrl-RS" sz="2000" b="1" dirty="0"/>
              <a:t>&lt;</a:t>
            </a:r>
            <a:r>
              <a:rPr lang="sr-Cyrl-RS" sz="2000" b="1" dirty="0" err="1"/>
              <a:t>node_id</a:t>
            </a:r>
            <a:r>
              <a:rPr lang="sr-Cyrl-RS" sz="2000" b="1" dirty="0"/>
              <a:t>&gt;/</a:t>
            </a:r>
            <a:r>
              <a:rPr lang="sr-Latn-RS" sz="2000" b="1" dirty="0"/>
              <a:t>_</a:t>
            </a:r>
            <a:r>
              <a:rPr lang="sr-Cyrl-RS" sz="2000" b="1" dirty="0" err="1"/>
              <a:t>catalog_checkpoint</a:t>
            </a:r>
            <a:r>
              <a:rPr lang="sr-Latn-RS" sz="2000" b="1" dirty="0"/>
              <a:t>,</a:t>
            </a:r>
            <a:endParaRPr lang="en-US" sz="2000" dirty="0"/>
          </a:p>
          <a:p>
            <a:pPr marL="495300" lvl="0" indent="-342900">
              <a:buFont typeface="+mj-lt"/>
              <a:buAutoNum type="arabicPeriod"/>
            </a:pPr>
            <a:r>
              <a:rPr lang="sr-Cyrl-RS" sz="2000" b="1" dirty="0"/>
              <a:t>&lt;</a:t>
            </a:r>
            <a:r>
              <a:rPr lang="sr-Cyrl-RS" sz="2000" b="1" dirty="0" err="1"/>
              <a:t>node_id</a:t>
            </a:r>
            <a:r>
              <a:rPr lang="sr-Cyrl-RS" sz="2000" b="1" dirty="0"/>
              <a:t>&gt;/</a:t>
            </a:r>
            <a:r>
              <a:rPr lang="sr-Cyrl-RS" sz="2000" b="1" dirty="0" err="1"/>
              <a:t>catalog</a:t>
            </a:r>
            <a:r>
              <a:rPr lang="sr-Cyrl-RS" sz="2000" b="1" dirty="0"/>
              <a:t>/</a:t>
            </a:r>
            <a:r>
              <a:rPr lang="sr-Latn-RS" sz="2000" dirty="0"/>
              <a:t>,</a:t>
            </a:r>
            <a:endParaRPr lang="en-US" sz="2000" dirty="0"/>
          </a:p>
          <a:p>
            <a:pPr marL="495300" lvl="0" indent="-342900">
              <a:buFont typeface="+mj-lt"/>
              <a:buAutoNum type="arabicPeriod"/>
            </a:pPr>
            <a:r>
              <a:rPr lang="sr-Cyrl-RS" sz="2000" b="1" dirty="0"/>
              <a:t>&lt;</a:t>
            </a:r>
            <a:r>
              <a:rPr lang="sr-Cyrl-RS" sz="2000" b="1" dirty="0" err="1"/>
              <a:t>node_id</a:t>
            </a:r>
            <a:r>
              <a:rPr lang="sr-Cyrl-RS" sz="2000" b="1" dirty="0"/>
              <a:t>&gt;/</a:t>
            </a:r>
            <a:r>
              <a:rPr lang="sr-Cyrl-RS" sz="2000" b="1" dirty="0" err="1"/>
              <a:t>wal</a:t>
            </a:r>
            <a:r>
              <a:rPr lang="sr-Cyrl-RS" sz="2000" b="1" dirty="0"/>
              <a:t>/</a:t>
            </a:r>
            <a:r>
              <a:rPr lang="sr-Latn-RS" sz="2000" dirty="0"/>
              <a:t>,</a:t>
            </a:r>
            <a:endParaRPr lang="en-US" sz="2000" dirty="0"/>
          </a:p>
          <a:p>
            <a:pPr marL="495300" lvl="0" indent="-342900">
              <a:buFont typeface="+mj-lt"/>
              <a:buAutoNum type="arabicPeriod"/>
            </a:pPr>
            <a:r>
              <a:rPr lang="sr-Cyrl-RS" sz="2000" b="1" dirty="0"/>
              <a:t>&lt;</a:t>
            </a:r>
            <a:r>
              <a:rPr lang="sr-Cyrl-RS" sz="2000" b="1" dirty="0" err="1"/>
              <a:t>node_id</a:t>
            </a:r>
            <a:r>
              <a:rPr lang="sr-Cyrl-RS" sz="2000" b="1" dirty="0"/>
              <a:t>&gt;/</a:t>
            </a:r>
            <a:r>
              <a:rPr lang="sr-Cyrl-RS" sz="2000" b="1" dirty="0" err="1"/>
              <a:t>dbs</a:t>
            </a:r>
            <a:r>
              <a:rPr lang="sr-Cyrl-RS" sz="2000" b="1" dirty="0"/>
              <a:t>/</a:t>
            </a:r>
            <a:r>
              <a:rPr lang="sr-Latn-RS" sz="2000" dirty="0"/>
              <a:t>,</a:t>
            </a:r>
            <a:endParaRPr lang="en-US" sz="2000" dirty="0"/>
          </a:p>
          <a:p>
            <a:pPr marL="495300" lvl="0" indent="-342900">
              <a:buFont typeface="+mj-lt"/>
              <a:buAutoNum type="arabicPeriod"/>
            </a:pPr>
            <a:r>
              <a:rPr lang="sr-Cyrl-RS" sz="2000" b="1" dirty="0"/>
              <a:t>&lt;</a:t>
            </a:r>
            <a:r>
              <a:rPr lang="sr-Cyrl-RS" sz="2000" b="1" dirty="0" err="1"/>
              <a:t>node_id</a:t>
            </a:r>
            <a:r>
              <a:rPr lang="sr-Cyrl-RS" sz="2000" b="1" dirty="0"/>
              <a:t>&gt;/</a:t>
            </a:r>
            <a:r>
              <a:rPr lang="sr-Cyrl-RS" sz="2000" b="1" dirty="0" err="1"/>
              <a:t>snapshots</a:t>
            </a:r>
            <a:r>
              <a:rPr lang="sr-Cyrl-RS" sz="2000" b="1" dirty="0"/>
              <a:t>/</a:t>
            </a:r>
            <a:r>
              <a:rPr lang="sr-Latn-RS" sz="2000" dirty="0"/>
              <a:t>.</a:t>
            </a:r>
            <a:endParaRPr lang="en-US" sz="2000" dirty="0"/>
          </a:p>
          <a:p>
            <a:pPr marL="152400" lv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865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E2FABCF3-F0C2-4DD7-83C5-813426C1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DA53828F-0938-2400-08EB-2199216749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8562" y="2600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Restore na lokalnom fajl sistemu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94384D-DDB2-54F5-944F-C374CEBF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013" y="832747"/>
            <a:ext cx="3984387" cy="431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6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BE481A40-F1AA-FBFC-1B2A-C374D94AE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771DDEE1-EB57-BD09-44C9-2F5196476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dirty="0"/>
              <a:t>Restore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S3-kompatibilnom </a:t>
            </a:r>
            <a:r>
              <a:rPr lang="en-US" dirty="0" err="1"/>
              <a:t>skladištu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8C9E8-26DE-EE8F-E90C-DDCAAFD54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793" y="1150143"/>
            <a:ext cx="4971248" cy="386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2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>
          <a:extLst>
            <a:ext uri="{FF2B5EF4-FFF2-40B4-BE49-F238E27FC236}">
              <a16:creationId xmlns:a16="http://schemas.microsoft.com/office/drawing/2014/main" id="{D7E11C44-FE7D-A480-3C84-B2E95F87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>
            <a:extLst>
              <a:ext uri="{FF2B5EF4-FFF2-40B4-BE49-F238E27FC236}">
                <a16:creationId xmlns:a16="http://schemas.microsoft.com/office/drawing/2014/main" id="{738F8A22-677E-A4BC-3511-496389146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193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/>
            <a:r>
              <a:rPr lang="sr-Latn-RS" sz="3200" dirty="0"/>
              <a:t>Preporuke za vreme izvođenje backup-a i restore-a</a:t>
            </a:r>
            <a:endParaRPr lang="en-US" sz="32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58B24B6-EECF-A608-14CB-B72C87FA407D}"/>
              </a:ext>
            </a:extLst>
          </p:cNvPr>
          <p:cNvSpPr>
            <a:spLocks noGrp="1" noChangeArrowheads="1"/>
          </p:cNvSpPr>
          <p:nvPr>
            <p:ph type="subTitle" idx="3"/>
          </p:nvPr>
        </p:nvSpPr>
        <p:spPr bwMode="auto">
          <a:xfrm>
            <a:off x="622592" y="1559154"/>
            <a:ext cx="816007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Backup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izvoditi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tokom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zastoja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sistema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ili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minimalnog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opterećenja</a:t>
            </a:r>
            <a:endParaRPr lang="sr-Latn-R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Kopiranje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fajlova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dok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je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baza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aktivna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može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dovesti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do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nekonzistentnog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backup-a</a:t>
            </a:r>
            <a:endParaRPr lang="sr-Latn-R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Razmotriti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filesystem/storage snapshot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mehanizme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ako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su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dostupni</a:t>
            </a:r>
            <a:endParaRPr lang="sr-Latn-R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Kompresija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backup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arhive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je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opciona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ali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korisna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za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dugoročno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čuvanje</a:t>
            </a:r>
            <a:endParaRPr lang="sr-Latn-R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dirty="0">
              <a:solidFill>
                <a:schemeClr val="tx1"/>
              </a:solidFill>
              <a:latin typeface="Space Grotesk Medium" panose="020B0604020202020204" charset="0"/>
              <a:cs typeface="Space Grotesk Medium" panose="020B060402020202020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Restore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izvoditi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isključivo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nad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zaustavljenom</a:t>
            </a:r>
            <a:r>
              <a:rPr lang="en-US" altLang="en-US" dirty="0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Space Grotesk Medium" panose="020B0604020202020204" charset="0"/>
                <a:cs typeface="Space Grotesk Medium" panose="020B0604020202020204" charset="0"/>
              </a:rPr>
              <a:t>instancom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68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0" y="0"/>
            <a:ext cx="340519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3"/>
          <p:cNvSpPr txBox="1">
            <a:spLocks noGrp="1"/>
          </p:cNvSpPr>
          <p:nvPr>
            <p:ph type="title"/>
          </p:nvPr>
        </p:nvSpPr>
        <p:spPr>
          <a:xfrm>
            <a:off x="3405201" y="2388500"/>
            <a:ext cx="5025574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/>
              <a:t>Hvala na pažnji!</a:t>
            </a:r>
            <a:endParaRPr dirty="0"/>
          </a:p>
        </p:txBody>
      </p:sp>
      <p:grpSp>
        <p:nvGrpSpPr>
          <p:cNvPr id="295" name="Google Shape;295;p33"/>
          <p:cNvGrpSpPr/>
          <p:nvPr/>
        </p:nvGrpSpPr>
        <p:grpSpPr>
          <a:xfrm rot="756538">
            <a:off x="5159567" y="-1610422"/>
            <a:ext cx="4574157" cy="3479412"/>
            <a:chOff x="1522650" y="1117750"/>
            <a:chExt cx="4574075" cy="3479350"/>
          </a:xfrm>
        </p:grpSpPr>
        <p:sp>
          <p:nvSpPr>
            <p:cNvPr id="296" name="Google Shape;296;p33"/>
            <p:cNvSpPr/>
            <p:nvPr/>
          </p:nvSpPr>
          <p:spPr>
            <a:xfrm>
              <a:off x="2305900" y="1117750"/>
              <a:ext cx="3790825" cy="3217100"/>
            </a:xfrm>
            <a:custGeom>
              <a:avLst/>
              <a:gdLst/>
              <a:ahLst/>
              <a:cxnLst/>
              <a:rect l="l" t="t" r="r" b="b"/>
              <a:pathLst>
                <a:path w="151633" h="128684" extrusionOk="0">
                  <a:moveTo>
                    <a:pt x="59573" y="1190"/>
                  </a:moveTo>
                  <a:lnTo>
                    <a:pt x="87345" y="18391"/>
                  </a:lnTo>
                  <a:cubicBezTo>
                    <a:pt x="87254" y="18737"/>
                    <a:pt x="87376" y="19117"/>
                    <a:pt x="87682" y="19337"/>
                  </a:cubicBezTo>
                  <a:cubicBezTo>
                    <a:pt x="87712" y="19358"/>
                    <a:pt x="87742" y="19374"/>
                    <a:pt x="87773" y="19391"/>
                  </a:cubicBezTo>
                  <a:lnTo>
                    <a:pt x="73089" y="35287"/>
                  </a:lnTo>
                  <a:cubicBezTo>
                    <a:pt x="73041" y="35228"/>
                    <a:pt x="72987" y="35173"/>
                    <a:pt x="72923" y="35127"/>
                  </a:cubicBezTo>
                  <a:cubicBezTo>
                    <a:pt x="72772" y="35017"/>
                    <a:pt x="72594" y="34961"/>
                    <a:pt x="72410" y="34961"/>
                  </a:cubicBezTo>
                  <a:cubicBezTo>
                    <a:pt x="72364" y="34961"/>
                    <a:pt x="72317" y="34964"/>
                    <a:pt x="72269" y="34972"/>
                  </a:cubicBezTo>
                  <a:lnTo>
                    <a:pt x="59361" y="1513"/>
                  </a:lnTo>
                  <a:cubicBezTo>
                    <a:pt x="59397" y="1478"/>
                    <a:pt x="59435" y="1443"/>
                    <a:pt x="59466" y="1400"/>
                  </a:cubicBezTo>
                  <a:cubicBezTo>
                    <a:pt x="59513" y="1335"/>
                    <a:pt x="59546" y="1262"/>
                    <a:pt x="59573" y="1190"/>
                  </a:cubicBezTo>
                  <a:close/>
                  <a:moveTo>
                    <a:pt x="57905" y="1155"/>
                  </a:moveTo>
                  <a:cubicBezTo>
                    <a:pt x="57962" y="1330"/>
                    <a:pt x="58069" y="1490"/>
                    <a:pt x="58229" y="1604"/>
                  </a:cubicBezTo>
                  <a:cubicBezTo>
                    <a:pt x="58385" y="1716"/>
                    <a:pt x="58564" y="1770"/>
                    <a:pt x="58744" y="1770"/>
                  </a:cubicBezTo>
                  <a:cubicBezTo>
                    <a:pt x="58890" y="1770"/>
                    <a:pt x="59035" y="1731"/>
                    <a:pt x="59165" y="1661"/>
                  </a:cubicBezTo>
                  <a:lnTo>
                    <a:pt x="72044" y="35042"/>
                  </a:lnTo>
                  <a:cubicBezTo>
                    <a:pt x="71907" y="35103"/>
                    <a:pt x="71787" y="35197"/>
                    <a:pt x="71696" y="35320"/>
                  </a:cubicBezTo>
                  <a:lnTo>
                    <a:pt x="34939" y="10633"/>
                  </a:lnTo>
                  <a:cubicBezTo>
                    <a:pt x="34967" y="10533"/>
                    <a:pt x="34978" y="10431"/>
                    <a:pt x="34971" y="10330"/>
                  </a:cubicBezTo>
                  <a:lnTo>
                    <a:pt x="57905" y="1155"/>
                  </a:lnTo>
                  <a:close/>
                  <a:moveTo>
                    <a:pt x="34896" y="10886"/>
                  </a:moveTo>
                  <a:lnTo>
                    <a:pt x="71585" y="35528"/>
                  </a:lnTo>
                  <a:cubicBezTo>
                    <a:pt x="71451" y="35873"/>
                    <a:pt x="71547" y="36273"/>
                    <a:pt x="71839" y="36520"/>
                  </a:cubicBezTo>
                  <a:lnTo>
                    <a:pt x="61150" y="46075"/>
                  </a:lnTo>
                  <a:cubicBezTo>
                    <a:pt x="61131" y="46059"/>
                    <a:pt x="61114" y="46040"/>
                    <a:pt x="61092" y="46024"/>
                  </a:cubicBezTo>
                  <a:cubicBezTo>
                    <a:pt x="60938" y="45913"/>
                    <a:pt x="60760" y="45860"/>
                    <a:pt x="60583" y="45860"/>
                  </a:cubicBezTo>
                  <a:cubicBezTo>
                    <a:pt x="60438" y="45860"/>
                    <a:pt x="60294" y="45896"/>
                    <a:pt x="60165" y="45964"/>
                  </a:cubicBezTo>
                  <a:lnTo>
                    <a:pt x="34896" y="10886"/>
                  </a:lnTo>
                  <a:close/>
                  <a:moveTo>
                    <a:pt x="88012" y="19481"/>
                  </a:moveTo>
                  <a:cubicBezTo>
                    <a:pt x="88073" y="19495"/>
                    <a:pt x="88135" y="19503"/>
                    <a:pt x="88199" y="19503"/>
                  </a:cubicBezTo>
                  <a:cubicBezTo>
                    <a:pt x="88236" y="19503"/>
                    <a:pt x="88270" y="19496"/>
                    <a:pt x="88308" y="19491"/>
                  </a:cubicBezTo>
                  <a:lnTo>
                    <a:pt x="90601" y="57808"/>
                  </a:lnTo>
                  <a:cubicBezTo>
                    <a:pt x="90477" y="57828"/>
                    <a:pt x="90359" y="57878"/>
                    <a:pt x="90253" y="57948"/>
                  </a:cubicBezTo>
                  <a:lnTo>
                    <a:pt x="73040" y="36456"/>
                  </a:lnTo>
                  <a:cubicBezTo>
                    <a:pt x="73069" y="36426"/>
                    <a:pt x="73102" y="36397"/>
                    <a:pt x="73126" y="36363"/>
                  </a:cubicBezTo>
                  <a:cubicBezTo>
                    <a:pt x="73264" y="36171"/>
                    <a:pt x="73319" y="35936"/>
                    <a:pt x="73280" y="35702"/>
                  </a:cubicBezTo>
                  <a:cubicBezTo>
                    <a:pt x="73268" y="35629"/>
                    <a:pt x="73244" y="35561"/>
                    <a:pt x="73216" y="35494"/>
                  </a:cubicBezTo>
                  <a:lnTo>
                    <a:pt x="88012" y="19481"/>
                  </a:lnTo>
                  <a:close/>
                  <a:moveTo>
                    <a:pt x="88769" y="19295"/>
                  </a:moveTo>
                  <a:lnTo>
                    <a:pt x="121569" y="41232"/>
                  </a:lnTo>
                  <a:cubicBezTo>
                    <a:pt x="121516" y="41429"/>
                    <a:pt x="121532" y="41636"/>
                    <a:pt x="121612" y="41820"/>
                  </a:cubicBezTo>
                  <a:lnTo>
                    <a:pt x="91516" y="58252"/>
                  </a:lnTo>
                  <a:cubicBezTo>
                    <a:pt x="91455" y="58141"/>
                    <a:pt x="91371" y="58040"/>
                    <a:pt x="91261" y="57962"/>
                  </a:cubicBezTo>
                  <a:cubicBezTo>
                    <a:pt x="91131" y="57868"/>
                    <a:pt x="90984" y="57820"/>
                    <a:pt x="90835" y="57804"/>
                  </a:cubicBezTo>
                  <a:lnTo>
                    <a:pt x="88539" y="19431"/>
                  </a:lnTo>
                  <a:cubicBezTo>
                    <a:pt x="88621" y="19396"/>
                    <a:pt x="88699" y="19354"/>
                    <a:pt x="88769" y="19295"/>
                  </a:cubicBezTo>
                  <a:close/>
                  <a:moveTo>
                    <a:pt x="72858" y="36603"/>
                  </a:moveTo>
                  <a:lnTo>
                    <a:pt x="90079" y="58104"/>
                  </a:lnTo>
                  <a:cubicBezTo>
                    <a:pt x="90062" y="58125"/>
                    <a:pt x="90041" y="58144"/>
                    <a:pt x="90025" y="58165"/>
                  </a:cubicBezTo>
                  <a:cubicBezTo>
                    <a:pt x="89989" y="58216"/>
                    <a:pt x="89960" y="58268"/>
                    <a:pt x="89936" y="58323"/>
                  </a:cubicBezTo>
                  <a:lnTo>
                    <a:pt x="61457" y="46818"/>
                  </a:lnTo>
                  <a:cubicBezTo>
                    <a:pt x="61473" y="46617"/>
                    <a:pt x="61422" y="46416"/>
                    <a:pt x="61307" y="46247"/>
                  </a:cubicBezTo>
                  <a:lnTo>
                    <a:pt x="72044" y="36651"/>
                  </a:lnTo>
                  <a:cubicBezTo>
                    <a:pt x="72160" y="36702"/>
                    <a:pt x="72283" y="36731"/>
                    <a:pt x="72406" y="36731"/>
                  </a:cubicBezTo>
                  <a:cubicBezTo>
                    <a:pt x="72565" y="36731"/>
                    <a:pt x="72719" y="36684"/>
                    <a:pt x="72858" y="36603"/>
                  </a:cubicBezTo>
                  <a:close/>
                  <a:moveTo>
                    <a:pt x="29406" y="22188"/>
                  </a:moveTo>
                  <a:lnTo>
                    <a:pt x="59857" y="46227"/>
                  </a:lnTo>
                  <a:cubicBezTo>
                    <a:pt x="59573" y="46625"/>
                    <a:pt x="59665" y="47178"/>
                    <a:pt x="60061" y="47462"/>
                  </a:cubicBezTo>
                  <a:cubicBezTo>
                    <a:pt x="60098" y="47488"/>
                    <a:pt x="60135" y="47509"/>
                    <a:pt x="60173" y="47529"/>
                  </a:cubicBezTo>
                  <a:lnTo>
                    <a:pt x="58655" y="58545"/>
                  </a:lnTo>
                  <a:cubicBezTo>
                    <a:pt x="58595" y="58532"/>
                    <a:pt x="58534" y="58525"/>
                    <a:pt x="58473" y="58525"/>
                  </a:cubicBezTo>
                  <a:cubicBezTo>
                    <a:pt x="58354" y="58525"/>
                    <a:pt x="58236" y="58550"/>
                    <a:pt x="58125" y="58596"/>
                  </a:cubicBezTo>
                  <a:lnTo>
                    <a:pt x="29406" y="22188"/>
                  </a:lnTo>
                  <a:close/>
                  <a:moveTo>
                    <a:pt x="16326" y="26247"/>
                  </a:moveTo>
                  <a:lnTo>
                    <a:pt x="57750" y="58893"/>
                  </a:lnTo>
                  <a:cubicBezTo>
                    <a:pt x="57750" y="58894"/>
                    <a:pt x="57749" y="58894"/>
                    <a:pt x="57748" y="58895"/>
                  </a:cubicBezTo>
                  <a:cubicBezTo>
                    <a:pt x="57632" y="59054"/>
                    <a:pt x="57582" y="59240"/>
                    <a:pt x="57584" y="59421"/>
                  </a:cubicBezTo>
                  <a:lnTo>
                    <a:pt x="33209" y="61477"/>
                  </a:lnTo>
                  <a:cubicBezTo>
                    <a:pt x="33171" y="61253"/>
                    <a:pt x="33049" y="61044"/>
                    <a:pt x="32851" y="60900"/>
                  </a:cubicBezTo>
                  <a:cubicBezTo>
                    <a:pt x="32696" y="60788"/>
                    <a:pt x="32515" y="60735"/>
                    <a:pt x="32336" y="60735"/>
                  </a:cubicBezTo>
                  <a:cubicBezTo>
                    <a:pt x="32231" y="60735"/>
                    <a:pt x="32126" y="60753"/>
                    <a:pt x="32028" y="60789"/>
                  </a:cubicBezTo>
                  <a:lnTo>
                    <a:pt x="16086" y="26436"/>
                  </a:lnTo>
                  <a:cubicBezTo>
                    <a:pt x="16176" y="26387"/>
                    <a:pt x="16257" y="26325"/>
                    <a:pt x="16326" y="26247"/>
                  </a:cubicBezTo>
                  <a:close/>
                  <a:moveTo>
                    <a:pt x="57622" y="59652"/>
                  </a:moveTo>
                  <a:cubicBezTo>
                    <a:pt x="57674" y="59839"/>
                    <a:pt x="57783" y="60008"/>
                    <a:pt x="57952" y="60129"/>
                  </a:cubicBezTo>
                  <a:cubicBezTo>
                    <a:pt x="58054" y="60201"/>
                    <a:pt x="58165" y="60247"/>
                    <a:pt x="58279" y="60272"/>
                  </a:cubicBezTo>
                  <a:lnTo>
                    <a:pt x="55785" y="68604"/>
                  </a:lnTo>
                  <a:cubicBezTo>
                    <a:pt x="55759" y="68602"/>
                    <a:pt x="55732" y="68601"/>
                    <a:pt x="55705" y="68601"/>
                  </a:cubicBezTo>
                  <a:cubicBezTo>
                    <a:pt x="55430" y="68601"/>
                    <a:pt x="55160" y="68726"/>
                    <a:pt x="54987" y="68966"/>
                  </a:cubicBezTo>
                  <a:cubicBezTo>
                    <a:pt x="54939" y="69034"/>
                    <a:pt x="54905" y="69108"/>
                    <a:pt x="54878" y="69182"/>
                  </a:cubicBezTo>
                  <a:lnTo>
                    <a:pt x="33192" y="61843"/>
                  </a:lnTo>
                  <a:cubicBezTo>
                    <a:pt x="33203" y="61799"/>
                    <a:pt x="33210" y="61755"/>
                    <a:pt x="33214" y="61709"/>
                  </a:cubicBezTo>
                  <a:lnTo>
                    <a:pt x="57622" y="59652"/>
                  </a:lnTo>
                  <a:close/>
                  <a:moveTo>
                    <a:pt x="61404" y="47049"/>
                  </a:moveTo>
                  <a:lnTo>
                    <a:pt x="89872" y="58550"/>
                  </a:lnTo>
                  <a:cubicBezTo>
                    <a:pt x="89825" y="58868"/>
                    <a:pt x="89949" y="59201"/>
                    <a:pt x="90228" y="59401"/>
                  </a:cubicBezTo>
                  <a:cubicBezTo>
                    <a:pt x="90327" y="59471"/>
                    <a:pt x="90435" y="59515"/>
                    <a:pt x="90546" y="59541"/>
                  </a:cubicBezTo>
                  <a:lnTo>
                    <a:pt x="88027" y="76730"/>
                  </a:lnTo>
                  <a:cubicBezTo>
                    <a:pt x="88011" y="76729"/>
                    <a:pt x="87994" y="76729"/>
                    <a:pt x="87977" y="76729"/>
                  </a:cubicBezTo>
                  <a:cubicBezTo>
                    <a:pt x="87931" y="76729"/>
                    <a:pt x="87884" y="76732"/>
                    <a:pt x="87837" y="76740"/>
                  </a:cubicBezTo>
                  <a:cubicBezTo>
                    <a:pt x="87715" y="76760"/>
                    <a:pt x="87603" y="76805"/>
                    <a:pt x="87501" y="76869"/>
                  </a:cubicBezTo>
                  <a:lnTo>
                    <a:pt x="61265" y="47294"/>
                  </a:lnTo>
                  <a:cubicBezTo>
                    <a:pt x="61275" y="47282"/>
                    <a:pt x="61288" y="47273"/>
                    <a:pt x="61297" y="47259"/>
                  </a:cubicBezTo>
                  <a:cubicBezTo>
                    <a:pt x="61344" y="47194"/>
                    <a:pt x="61377" y="47123"/>
                    <a:pt x="61404" y="47049"/>
                  </a:cubicBezTo>
                  <a:close/>
                  <a:moveTo>
                    <a:pt x="61096" y="47455"/>
                  </a:moveTo>
                  <a:lnTo>
                    <a:pt x="87328" y="77024"/>
                  </a:lnTo>
                  <a:cubicBezTo>
                    <a:pt x="87322" y="77033"/>
                    <a:pt x="87314" y="77039"/>
                    <a:pt x="87308" y="77047"/>
                  </a:cubicBezTo>
                  <a:lnTo>
                    <a:pt x="59297" y="59712"/>
                  </a:lnTo>
                  <a:cubicBezTo>
                    <a:pt x="59429" y="59348"/>
                    <a:pt x="59315" y="58926"/>
                    <a:pt x="58985" y="58689"/>
                  </a:cubicBezTo>
                  <a:cubicBezTo>
                    <a:pt x="58952" y="58665"/>
                    <a:pt x="58916" y="58648"/>
                    <a:pt x="58882" y="58628"/>
                  </a:cubicBezTo>
                  <a:lnTo>
                    <a:pt x="60400" y="47607"/>
                  </a:lnTo>
                  <a:cubicBezTo>
                    <a:pt x="60459" y="47619"/>
                    <a:pt x="60519" y="47627"/>
                    <a:pt x="60578" y="47627"/>
                  </a:cubicBezTo>
                  <a:cubicBezTo>
                    <a:pt x="60762" y="47627"/>
                    <a:pt x="60943" y="47564"/>
                    <a:pt x="61096" y="47455"/>
                  </a:cubicBezTo>
                  <a:close/>
                  <a:moveTo>
                    <a:pt x="59189" y="59922"/>
                  </a:moveTo>
                  <a:lnTo>
                    <a:pt x="87178" y="77244"/>
                  </a:lnTo>
                  <a:cubicBezTo>
                    <a:pt x="87172" y="77259"/>
                    <a:pt x="87166" y="77275"/>
                    <a:pt x="87161" y="77291"/>
                  </a:cubicBezTo>
                  <a:lnTo>
                    <a:pt x="56571" y="69673"/>
                  </a:lnTo>
                  <a:cubicBezTo>
                    <a:pt x="56646" y="69338"/>
                    <a:pt x="56520" y="68976"/>
                    <a:pt x="56224" y="68763"/>
                  </a:cubicBezTo>
                  <a:cubicBezTo>
                    <a:pt x="56157" y="68717"/>
                    <a:pt x="56087" y="68682"/>
                    <a:pt x="56015" y="68656"/>
                  </a:cubicBezTo>
                  <a:lnTo>
                    <a:pt x="58519" y="60290"/>
                  </a:lnTo>
                  <a:cubicBezTo>
                    <a:pt x="58777" y="60275"/>
                    <a:pt x="59025" y="60152"/>
                    <a:pt x="59188" y="59926"/>
                  </a:cubicBezTo>
                  <a:cubicBezTo>
                    <a:pt x="59189" y="59924"/>
                    <a:pt x="59189" y="59923"/>
                    <a:pt x="59189" y="59922"/>
                  </a:cubicBezTo>
                  <a:close/>
                  <a:moveTo>
                    <a:pt x="6382" y="54567"/>
                  </a:moveTo>
                  <a:lnTo>
                    <a:pt x="31456" y="61554"/>
                  </a:lnTo>
                  <a:cubicBezTo>
                    <a:pt x="31440" y="61772"/>
                    <a:pt x="31506" y="61990"/>
                    <a:pt x="31643" y="62166"/>
                  </a:cubicBezTo>
                  <a:lnTo>
                    <a:pt x="15546" y="78173"/>
                  </a:lnTo>
                  <a:cubicBezTo>
                    <a:pt x="15506" y="78130"/>
                    <a:pt x="15461" y="78092"/>
                    <a:pt x="15414" y="78055"/>
                  </a:cubicBezTo>
                  <a:cubicBezTo>
                    <a:pt x="15260" y="77944"/>
                    <a:pt x="15081" y="77892"/>
                    <a:pt x="14905" y="77892"/>
                  </a:cubicBezTo>
                  <a:cubicBezTo>
                    <a:pt x="14826" y="77892"/>
                    <a:pt x="14747" y="77902"/>
                    <a:pt x="14671" y="77923"/>
                  </a:cubicBezTo>
                  <a:lnTo>
                    <a:pt x="6061" y="55104"/>
                  </a:lnTo>
                  <a:cubicBezTo>
                    <a:pt x="6125" y="55054"/>
                    <a:pt x="6183" y="54997"/>
                    <a:pt x="6233" y="54928"/>
                  </a:cubicBezTo>
                  <a:cubicBezTo>
                    <a:pt x="6313" y="54818"/>
                    <a:pt x="6360" y="54692"/>
                    <a:pt x="6382" y="54567"/>
                  </a:cubicBezTo>
                  <a:close/>
                  <a:moveTo>
                    <a:pt x="91099" y="59489"/>
                  </a:moveTo>
                  <a:lnTo>
                    <a:pt x="104457" y="79682"/>
                  </a:lnTo>
                  <a:cubicBezTo>
                    <a:pt x="104363" y="79741"/>
                    <a:pt x="104277" y="79819"/>
                    <a:pt x="104210" y="79913"/>
                  </a:cubicBezTo>
                  <a:cubicBezTo>
                    <a:pt x="104146" y="80003"/>
                    <a:pt x="104103" y="80102"/>
                    <a:pt x="104076" y="80204"/>
                  </a:cubicBezTo>
                  <a:lnTo>
                    <a:pt x="88866" y="77650"/>
                  </a:lnTo>
                  <a:cubicBezTo>
                    <a:pt x="88877" y="77362"/>
                    <a:pt x="88749" y="77075"/>
                    <a:pt x="88499" y="76896"/>
                  </a:cubicBezTo>
                  <a:cubicBezTo>
                    <a:pt x="88425" y="76842"/>
                    <a:pt x="88344" y="76806"/>
                    <a:pt x="88260" y="76778"/>
                  </a:cubicBezTo>
                  <a:lnTo>
                    <a:pt x="90783" y="59563"/>
                  </a:lnTo>
                  <a:cubicBezTo>
                    <a:pt x="90892" y="59558"/>
                    <a:pt x="90999" y="59534"/>
                    <a:pt x="91099" y="59489"/>
                  </a:cubicBezTo>
                  <a:close/>
                  <a:moveTo>
                    <a:pt x="33100" y="62061"/>
                  </a:moveTo>
                  <a:lnTo>
                    <a:pt x="54828" y="69413"/>
                  </a:lnTo>
                  <a:cubicBezTo>
                    <a:pt x="54804" y="69712"/>
                    <a:pt x="54931" y="70016"/>
                    <a:pt x="55192" y="70201"/>
                  </a:cubicBezTo>
                  <a:cubicBezTo>
                    <a:pt x="55275" y="70262"/>
                    <a:pt x="55369" y="70305"/>
                    <a:pt x="55466" y="70333"/>
                  </a:cubicBezTo>
                  <a:lnTo>
                    <a:pt x="54144" y="97291"/>
                  </a:lnTo>
                  <a:cubicBezTo>
                    <a:pt x="54112" y="97293"/>
                    <a:pt x="54080" y="97293"/>
                    <a:pt x="54049" y="97298"/>
                  </a:cubicBezTo>
                  <a:cubicBezTo>
                    <a:pt x="53964" y="97313"/>
                    <a:pt x="53885" y="97342"/>
                    <a:pt x="53809" y="97378"/>
                  </a:cubicBezTo>
                  <a:lnTo>
                    <a:pt x="32845" y="62338"/>
                  </a:lnTo>
                  <a:cubicBezTo>
                    <a:pt x="32924" y="62281"/>
                    <a:pt x="32998" y="62217"/>
                    <a:pt x="33057" y="62136"/>
                  </a:cubicBezTo>
                  <a:cubicBezTo>
                    <a:pt x="33074" y="62112"/>
                    <a:pt x="33085" y="62086"/>
                    <a:pt x="33100" y="62061"/>
                  </a:cubicBezTo>
                  <a:close/>
                  <a:moveTo>
                    <a:pt x="56487" y="69893"/>
                  </a:moveTo>
                  <a:lnTo>
                    <a:pt x="87105" y="77517"/>
                  </a:lnTo>
                  <a:cubicBezTo>
                    <a:pt x="87088" y="77681"/>
                    <a:pt x="87116" y="77843"/>
                    <a:pt x="87186" y="77992"/>
                  </a:cubicBezTo>
                  <a:lnTo>
                    <a:pt x="54942" y="97700"/>
                  </a:lnTo>
                  <a:cubicBezTo>
                    <a:pt x="54883" y="97604"/>
                    <a:pt x="54803" y="97519"/>
                    <a:pt x="54708" y="97452"/>
                  </a:cubicBezTo>
                  <a:cubicBezTo>
                    <a:pt x="54609" y="97379"/>
                    <a:pt x="54496" y="97331"/>
                    <a:pt x="54379" y="97305"/>
                  </a:cubicBezTo>
                  <a:lnTo>
                    <a:pt x="55700" y="70367"/>
                  </a:lnTo>
                  <a:lnTo>
                    <a:pt x="55705" y="70367"/>
                  </a:lnTo>
                  <a:cubicBezTo>
                    <a:pt x="55753" y="70367"/>
                    <a:pt x="55802" y="70364"/>
                    <a:pt x="55850" y="70355"/>
                  </a:cubicBezTo>
                  <a:cubicBezTo>
                    <a:pt x="56084" y="70317"/>
                    <a:pt x="56287" y="70190"/>
                    <a:pt x="56427" y="69997"/>
                  </a:cubicBezTo>
                  <a:cubicBezTo>
                    <a:pt x="56450" y="69964"/>
                    <a:pt x="56468" y="69927"/>
                    <a:pt x="56487" y="69893"/>
                  </a:cubicBezTo>
                  <a:close/>
                  <a:moveTo>
                    <a:pt x="31811" y="62331"/>
                  </a:moveTo>
                  <a:cubicBezTo>
                    <a:pt x="31814" y="62333"/>
                    <a:pt x="31817" y="62338"/>
                    <a:pt x="31821" y="62340"/>
                  </a:cubicBezTo>
                  <a:cubicBezTo>
                    <a:pt x="31978" y="62452"/>
                    <a:pt x="32156" y="62506"/>
                    <a:pt x="32336" y="62506"/>
                  </a:cubicBezTo>
                  <a:cubicBezTo>
                    <a:pt x="32439" y="62506"/>
                    <a:pt x="32539" y="62482"/>
                    <a:pt x="32636" y="62447"/>
                  </a:cubicBezTo>
                  <a:lnTo>
                    <a:pt x="53611" y="97508"/>
                  </a:lnTo>
                  <a:cubicBezTo>
                    <a:pt x="53561" y="97551"/>
                    <a:pt x="53513" y="97602"/>
                    <a:pt x="53473" y="97657"/>
                  </a:cubicBezTo>
                  <a:cubicBezTo>
                    <a:pt x="53449" y="97691"/>
                    <a:pt x="53432" y="97726"/>
                    <a:pt x="53414" y="97761"/>
                  </a:cubicBezTo>
                  <a:lnTo>
                    <a:pt x="15678" y="79186"/>
                  </a:lnTo>
                  <a:cubicBezTo>
                    <a:pt x="15816" y="78926"/>
                    <a:pt x="15811" y="78622"/>
                    <a:pt x="15682" y="78371"/>
                  </a:cubicBezTo>
                  <a:lnTo>
                    <a:pt x="31811" y="62331"/>
                  </a:lnTo>
                  <a:close/>
                  <a:moveTo>
                    <a:pt x="1615" y="71499"/>
                  </a:moveTo>
                  <a:lnTo>
                    <a:pt x="14037" y="78573"/>
                  </a:lnTo>
                  <a:cubicBezTo>
                    <a:pt x="13958" y="78911"/>
                    <a:pt x="14084" y="79279"/>
                    <a:pt x="14383" y="79494"/>
                  </a:cubicBezTo>
                  <a:cubicBezTo>
                    <a:pt x="14539" y="79606"/>
                    <a:pt x="14719" y="79660"/>
                    <a:pt x="14898" y="79660"/>
                  </a:cubicBezTo>
                  <a:cubicBezTo>
                    <a:pt x="15136" y="79660"/>
                    <a:pt x="15368" y="79558"/>
                    <a:pt x="15538" y="79377"/>
                  </a:cubicBezTo>
                  <a:lnTo>
                    <a:pt x="53328" y="97978"/>
                  </a:lnTo>
                  <a:cubicBezTo>
                    <a:pt x="53297" y="98118"/>
                    <a:pt x="53305" y="98265"/>
                    <a:pt x="53342" y="98402"/>
                  </a:cubicBezTo>
                  <a:lnTo>
                    <a:pt x="44172" y="100939"/>
                  </a:lnTo>
                  <a:cubicBezTo>
                    <a:pt x="44109" y="100823"/>
                    <a:pt x="44023" y="100722"/>
                    <a:pt x="43914" y="100644"/>
                  </a:cubicBezTo>
                  <a:cubicBezTo>
                    <a:pt x="43762" y="100534"/>
                    <a:pt x="43583" y="100477"/>
                    <a:pt x="43400" y="100477"/>
                  </a:cubicBezTo>
                  <a:cubicBezTo>
                    <a:pt x="43351" y="100477"/>
                    <a:pt x="43302" y="100481"/>
                    <a:pt x="43253" y="100489"/>
                  </a:cubicBezTo>
                  <a:cubicBezTo>
                    <a:pt x="43020" y="100528"/>
                    <a:pt x="42817" y="100655"/>
                    <a:pt x="42677" y="100848"/>
                  </a:cubicBezTo>
                  <a:cubicBezTo>
                    <a:pt x="42516" y="101072"/>
                    <a:pt x="42479" y="101346"/>
                    <a:pt x="42546" y="101594"/>
                  </a:cubicBezTo>
                  <a:lnTo>
                    <a:pt x="31935" y="108097"/>
                  </a:lnTo>
                  <a:cubicBezTo>
                    <a:pt x="31872" y="107978"/>
                    <a:pt x="31783" y="107872"/>
                    <a:pt x="31671" y="107790"/>
                  </a:cubicBezTo>
                  <a:cubicBezTo>
                    <a:pt x="31516" y="107679"/>
                    <a:pt x="31337" y="107626"/>
                    <a:pt x="31160" y="107626"/>
                  </a:cubicBezTo>
                  <a:cubicBezTo>
                    <a:pt x="30986" y="107626"/>
                    <a:pt x="30812" y="107678"/>
                    <a:pt x="30664" y="107776"/>
                  </a:cubicBezTo>
                  <a:lnTo>
                    <a:pt x="1598" y="71519"/>
                  </a:lnTo>
                  <a:cubicBezTo>
                    <a:pt x="1603" y="71511"/>
                    <a:pt x="1609" y="71506"/>
                    <a:pt x="1615" y="71499"/>
                  </a:cubicBezTo>
                  <a:close/>
                  <a:moveTo>
                    <a:pt x="87314" y="78191"/>
                  </a:moveTo>
                  <a:cubicBezTo>
                    <a:pt x="87360" y="78243"/>
                    <a:pt x="87409" y="78293"/>
                    <a:pt x="87467" y="78334"/>
                  </a:cubicBezTo>
                  <a:cubicBezTo>
                    <a:pt x="87623" y="78447"/>
                    <a:pt x="87803" y="78500"/>
                    <a:pt x="87981" y="78500"/>
                  </a:cubicBezTo>
                  <a:cubicBezTo>
                    <a:pt x="88023" y="78500"/>
                    <a:pt x="88063" y="78493"/>
                    <a:pt x="88103" y="78485"/>
                  </a:cubicBezTo>
                  <a:lnTo>
                    <a:pt x="95457" y="108915"/>
                  </a:lnTo>
                  <a:cubicBezTo>
                    <a:pt x="95228" y="108955"/>
                    <a:pt x="95026" y="109080"/>
                    <a:pt x="94890" y="109271"/>
                  </a:cubicBezTo>
                  <a:cubicBezTo>
                    <a:pt x="94886" y="109276"/>
                    <a:pt x="94884" y="109281"/>
                    <a:pt x="94880" y="109287"/>
                  </a:cubicBezTo>
                  <a:lnTo>
                    <a:pt x="55049" y="98390"/>
                  </a:lnTo>
                  <a:cubicBezTo>
                    <a:pt x="55079" y="98272"/>
                    <a:pt x="55087" y="98149"/>
                    <a:pt x="55066" y="98026"/>
                  </a:cubicBezTo>
                  <a:cubicBezTo>
                    <a:pt x="55060" y="97989"/>
                    <a:pt x="55048" y="97954"/>
                    <a:pt x="55038" y="97917"/>
                  </a:cubicBezTo>
                  <a:lnTo>
                    <a:pt x="87314" y="78191"/>
                  </a:lnTo>
                  <a:close/>
                  <a:moveTo>
                    <a:pt x="42637" y="101815"/>
                  </a:moveTo>
                  <a:cubicBezTo>
                    <a:pt x="42697" y="101917"/>
                    <a:pt x="42779" y="102009"/>
                    <a:pt x="42882" y="102083"/>
                  </a:cubicBezTo>
                  <a:cubicBezTo>
                    <a:pt x="43034" y="102192"/>
                    <a:pt x="43212" y="102249"/>
                    <a:pt x="43395" y="102249"/>
                  </a:cubicBezTo>
                  <a:cubicBezTo>
                    <a:pt x="43443" y="102249"/>
                    <a:pt x="43493" y="102245"/>
                    <a:pt x="43541" y="102237"/>
                  </a:cubicBezTo>
                  <a:cubicBezTo>
                    <a:pt x="43588" y="102229"/>
                    <a:pt x="43633" y="102216"/>
                    <a:pt x="43679" y="102201"/>
                  </a:cubicBezTo>
                  <a:lnTo>
                    <a:pt x="55444" y="118817"/>
                  </a:lnTo>
                  <a:cubicBezTo>
                    <a:pt x="55361" y="118874"/>
                    <a:pt x="55285" y="118944"/>
                    <a:pt x="55225" y="119027"/>
                  </a:cubicBezTo>
                  <a:cubicBezTo>
                    <a:pt x="55134" y="119155"/>
                    <a:pt x="55081" y="119302"/>
                    <a:pt x="55066" y="119454"/>
                  </a:cubicBezTo>
                  <a:lnTo>
                    <a:pt x="38399" y="118443"/>
                  </a:lnTo>
                  <a:lnTo>
                    <a:pt x="31738" y="109173"/>
                  </a:lnTo>
                  <a:cubicBezTo>
                    <a:pt x="31789" y="109128"/>
                    <a:pt x="31835" y="109080"/>
                    <a:pt x="31876" y="109025"/>
                  </a:cubicBezTo>
                  <a:cubicBezTo>
                    <a:pt x="32014" y="108832"/>
                    <a:pt x="32069" y="108598"/>
                    <a:pt x="32030" y="108364"/>
                  </a:cubicBezTo>
                  <a:cubicBezTo>
                    <a:pt x="32027" y="108350"/>
                    <a:pt x="32021" y="108336"/>
                    <a:pt x="32017" y="108321"/>
                  </a:cubicBezTo>
                  <a:lnTo>
                    <a:pt x="42637" y="101815"/>
                  </a:lnTo>
                  <a:close/>
                  <a:moveTo>
                    <a:pt x="54958" y="98612"/>
                  </a:moveTo>
                  <a:lnTo>
                    <a:pt x="94775" y="109505"/>
                  </a:lnTo>
                  <a:cubicBezTo>
                    <a:pt x="94674" y="109802"/>
                    <a:pt x="94737" y="110137"/>
                    <a:pt x="94949" y="110374"/>
                  </a:cubicBezTo>
                  <a:lnTo>
                    <a:pt x="79975" y="127087"/>
                  </a:lnTo>
                  <a:cubicBezTo>
                    <a:pt x="79970" y="127084"/>
                    <a:pt x="79968" y="127081"/>
                    <a:pt x="79965" y="127079"/>
                  </a:cubicBezTo>
                  <a:cubicBezTo>
                    <a:pt x="79813" y="126970"/>
                    <a:pt x="79634" y="126913"/>
                    <a:pt x="79451" y="126913"/>
                  </a:cubicBezTo>
                  <a:cubicBezTo>
                    <a:pt x="79403" y="126913"/>
                    <a:pt x="79354" y="126917"/>
                    <a:pt x="79305" y="126925"/>
                  </a:cubicBezTo>
                  <a:cubicBezTo>
                    <a:pt x="79089" y="126960"/>
                    <a:pt x="78902" y="127074"/>
                    <a:pt x="78766" y="127242"/>
                  </a:cubicBezTo>
                  <a:lnTo>
                    <a:pt x="44129" y="101861"/>
                  </a:lnTo>
                  <a:cubicBezTo>
                    <a:pt x="44257" y="101672"/>
                    <a:pt x="44310" y="101447"/>
                    <a:pt x="44272" y="101221"/>
                  </a:cubicBezTo>
                  <a:cubicBezTo>
                    <a:pt x="44268" y="101201"/>
                    <a:pt x="44262" y="101182"/>
                    <a:pt x="44256" y="101162"/>
                  </a:cubicBezTo>
                  <a:lnTo>
                    <a:pt x="53432" y="98624"/>
                  </a:lnTo>
                  <a:cubicBezTo>
                    <a:pt x="53492" y="98727"/>
                    <a:pt x="53573" y="98820"/>
                    <a:pt x="53678" y="98895"/>
                  </a:cubicBezTo>
                  <a:cubicBezTo>
                    <a:pt x="53834" y="99007"/>
                    <a:pt x="54013" y="99061"/>
                    <a:pt x="54193" y="99061"/>
                  </a:cubicBezTo>
                  <a:cubicBezTo>
                    <a:pt x="54468" y="99061"/>
                    <a:pt x="54740" y="98932"/>
                    <a:pt x="54914" y="98692"/>
                  </a:cubicBezTo>
                  <a:cubicBezTo>
                    <a:pt x="54931" y="98666"/>
                    <a:pt x="54943" y="98639"/>
                    <a:pt x="54958" y="98612"/>
                  </a:cubicBezTo>
                  <a:close/>
                  <a:moveTo>
                    <a:pt x="58749" y="0"/>
                  </a:moveTo>
                  <a:cubicBezTo>
                    <a:pt x="58700" y="0"/>
                    <a:pt x="58651" y="4"/>
                    <a:pt x="58601" y="13"/>
                  </a:cubicBezTo>
                  <a:cubicBezTo>
                    <a:pt x="58368" y="51"/>
                    <a:pt x="58165" y="178"/>
                    <a:pt x="58026" y="371"/>
                  </a:cubicBezTo>
                  <a:cubicBezTo>
                    <a:pt x="57906" y="537"/>
                    <a:pt x="57857" y="730"/>
                    <a:pt x="57863" y="922"/>
                  </a:cubicBezTo>
                  <a:lnTo>
                    <a:pt x="34925" y="10097"/>
                  </a:lnTo>
                  <a:cubicBezTo>
                    <a:pt x="34868" y="9931"/>
                    <a:pt x="34761" y="9780"/>
                    <a:pt x="34608" y="9669"/>
                  </a:cubicBezTo>
                  <a:cubicBezTo>
                    <a:pt x="34451" y="9557"/>
                    <a:pt x="34271" y="9503"/>
                    <a:pt x="34092" y="9503"/>
                  </a:cubicBezTo>
                  <a:cubicBezTo>
                    <a:pt x="33816" y="9503"/>
                    <a:pt x="33545" y="9631"/>
                    <a:pt x="33372" y="9872"/>
                  </a:cubicBezTo>
                  <a:cubicBezTo>
                    <a:pt x="33234" y="10064"/>
                    <a:pt x="33180" y="10299"/>
                    <a:pt x="33218" y="10533"/>
                  </a:cubicBezTo>
                  <a:cubicBezTo>
                    <a:pt x="33257" y="10766"/>
                    <a:pt x="33384" y="10969"/>
                    <a:pt x="33577" y="11108"/>
                  </a:cubicBezTo>
                  <a:cubicBezTo>
                    <a:pt x="33733" y="11221"/>
                    <a:pt x="33912" y="11274"/>
                    <a:pt x="34091" y="11274"/>
                  </a:cubicBezTo>
                  <a:cubicBezTo>
                    <a:pt x="34316" y="11274"/>
                    <a:pt x="34535" y="11185"/>
                    <a:pt x="34704" y="11023"/>
                  </a:cubicBezTo>
                  <a:lnTo>
                    <a:pt x="59844" y="45919"/>
                  </a:lnTo>
                  <a:lnTo>
                    <a:pt x="59844" y="45919"/>
                  </a:lnTo>
                  <a:lnTo>
                    <a:pt x="29110" y="21654"/>
                  </a:lnTo>
                  <a:cubicBezTo>
                    <a:pt x="29111" y="21652"/>
                    <a:pt x="29113" y="21651"/>
                    <a:pt x="29117" y="21648"/>
                  </a:cubicBezTo>
                  <a:cubicBezTo>
                    <a:pt x="29401" y="21251"/>
                    <a:pt x="29309" y="20697"/>
                    <a:pt x="28913" y="20413"/>
                  </a:cubicBezTo>
                  <a:cubicBezTo>
                    <a:pt x="28757" y="20301"/>
                    <a:pt x="28577" y="20247"/>
                    <a:pt x="28399" y="20247"/>
                  </a:cubicBezTo>
                  <a:cubicBezTo>
                    <a:pt x="28122" y="20247"/>
                    <a:pt x="27850" y="20375"/>
                    <a:pt x="27678" y="20616"/>
                  </a:cubicBezTo>
                  <a:cubicBezTo>
                    <a:pt x="27393" y="21013"/>
                    <a:pt x="27485" y="21567"/>
                    <a:pt x="27881" y="21851"/>
                  </a:cubicBezTo>
                  <a:cubicBezTo>
                    <a:pt x="28037" y="21963"/>
                    <a:pt x="28217" y="22017"/>
                    <a:pt x="28396" y="22017"/>
                  </a:cubicBezTo>
                  <a:cubicBezTo>
                    <a:pt x="28561" y="22017"/>
                    <a:pt x="28722" y="21967"/>
                    <a:pt x="28864" y="21877"/>
                  </a:cubicBezTo>
                  <a:lnTo>
                    <a:pt x="57922" y="58717"/>
                  </a:lnTo>
                  <a:cubicBezTo>
                    <a:pt x="57920" y="58718"/>
                    <a:pt x="57919" y="58719"/>
                    <a:pt x="57916" y="58723"/>
                  </a:cubicBezTo>
                  <a:lnTo>
                    <a:pt x="16459" y="26054"/>
                  </a:lnTo>
                  <a:cubicBezTo>
                    <a:pt x="16652" y="25671"/>
                    <a:pt x="16546" y="25194"/>
                    <a:pt x="16188" y="24937"/>
                  </a:cubicBezTo>
                  <a:cubicBezTo>
                    <a:pt x="16032" y="24825"/>
                    <a:pt x="15851" y="24771"/>
                    <a:pt x="15672" y="24771"/>
                  </a:cubicBezTo>
                  <a:cubicBezTo>
                    <a:pt x="15397" y="24771"/>
                    <a:pt x="15125" y="24899"/>
                    <a:pt x="14952" y="25140"/>
                  </a:cubicBezTo>
                  <a:cubicBezTo>
                    <a:pt x="14668" y="25537"/>
                    <a:pt x="14760" y="26091"/>
                    <a:pt x="15155" y="26375"/>
                  </a:cubicBezTo>
                  <a:cubicBezTo>
                    <a:pt x="15308" y="26486"/>
                    <a:pt x="15486" y="26541"/>
                    <a:pt x="15671" y="26541"/>
                  </a:cubicBezTo>
                  <a:cubicBezTo>
                    <a:pt x="15719" y="26541"/>
                    <a:pt x="15768" y="26537"/>
                    <a:pt x="15816" y="26529"/>
                  </a:cubicBezTo>
                  <a:cubicBezTo>
                    <a:pt x="15834" y="26526"/>
                    <a:pt x="15850" y="26520"/>
                    <a:pt x="15866" y="26516"/>
                  </a:cubicBezTo>
                  <a:lnTo>
                    <a:pt x="31824" y="60903"/>
                  </a:lnTo>
                  <a:cubicBezTo>
                    <a:pt x="31748" y="60958"/>
                    <a:pt x="31675" y="61023"/>
                    <a:pt x="31618" y="61103"/>
                  </a:cubicBezTo>
                  <a:cubicBezTo>
                    <a:pt x="31568" y="61173"/>
                    <a:pt x="31534" y="61248"/>
                    <a:pt x="31507" y="61324"/>
                  </a:cubicBezTo>
                  <a:lnTo>
                    <a:pt x="6390" y="54326"/>
                  </a:lnTo>
                  <a:cubicBezTo>
                    <a:pt x="6367" y="54081"/>
                    <a:pt x="6245" y="53846"/>
                    <a:pt x="6030" y="53692"/>
                  </a:cubicBezTo>
                  <a:cubicBezTo>
                    <a:pt x="5874" y="53581"/>
                    <a:pt x="5694" y="53527"/>
                    <a:pt x="5515" y="53527"/>
                  </a:cubicBezTo>
                  <a:cubicBezTo>
                    <a:pt x="5239" y="53527"/>
                    <a:pt x="4967" y="53655"/>
                    <a:pt x="4794" y="53896"/>
                  </a:cubicBezTo>
                  <a:cubicBezTo>
                    <a:pt x="4510" y="54293"/>
                    <a:pt x="4602" y="54846"/>
                    <a:pt x="4998" y="55131"/>
                  </a:cubicBezTo>
                  <a:cubicBezTo>
                    <a:pt x="5154" y="55243"/>
                    <a:pt x="5334" y="55297"/>
                    <a:pt x="5512" y="55297"/>
                  </a:cubicBezTo>
                  <a:cubicBezTo>
                    <a:pt x="5630" y="55297"/>
                    <a:pt x="5746" y="55269"/>
                    <a:pt x="5854" y="55223"/>
                  </a:cubicBezTo>
                  <a:lnTo>
                    <a:pt x="14454" y="78011"/>
                  </a:lnTo>
                  <a:cubicBezTo>
                    <a:pt x="14348" y="78072"/>
                    <a:pt x="14255" y="78154"/>
                    <a:pt x="14180" y="78258"/>
                  </a:cubicBezTo>
                  <a:cubicBezTo>
                    <a:pt x="14159" y="78289"/>
                    <a:pt x="14143" y="78321"/>
                    <a:pt x="14124" y="78354"/>
                  </a:cubicBezTo>
                  <a:lnTo>
                    <a:pt x="1732" y="71295"/>
                  </a:lnTo>
                  <a:cubicBezTo>
                    <a:pt x="1882" y="70925"/>
                    <a:pt x="1769" y="70488"/>
                    <a:pt x="1431" y="70244"/>
                  </a:cubicBezTo>
                  <a:cubicBezTo>
                    <a:pt x="1279" y="70136"/>
                    <a:pt x="1101" y="70079"/>
                    <a:pt x="918" y="70079"/>
                  </a:cubicBezTo>
                  <a:cubicBezTo>
                    <a:pt x="869" y="70079"/>
                    <a:pt x="819" y="70083"/>
                    <a:pt x="770" y="70091"/>
                  </a:cubicBezTo>
                  <a:cubicBezTo>
                    <a:pt x="535" y="70130"/>
                    <a:pt x="333" y="70257"/>
                    <a:pt x="193" y="70449"/>
                  </a:cubicBezTo>
                  <a:cubicBezTo>
                    <a:pt x="56" y="70642"/>
                    <a:pt x="1" y="70875"/>
                    <a:pt x="40" y="71109"/>
                  </a:cubicBezTo>
                  <a:cubicBezTo>
                    <a:pt x="79" y="71343"/>
                    <a:pt x="206" y="71547"/>
                    <a:pt x="399" y="71685"/>
                  </a:cubicBezTo>
                  <a:cubicBezTo>
                    <a:pt x="555" y="71797"/>
                    <a:pt x="734" y="71851"/>
                    <a:pt x="913" y="71851"/>
                  </a:cubicBezTo>
                  <a:cubicBezTo>
                    <a:pt x="1096" y="71851"/>
                    <a:pt x="1276" y="71789"/>
                    <a:pt x="1426" y="71680"/>
                  </a:cubicBezTo>
                  <a:lnTo>
                    <a:pt x="30491" y="107933"/>
                  </a:lnTo>
                  <a:cubicBezTo>
                    <a:pt x="30474" y="107952"/>
                    <a:pt x="30454" y="107971"/>
                    <a:pt x="30437" y="107994"/>
                  </a:cubicBezTo>
                  <a:cubicBezTo>
                    <a:pt x="30426" y="108010"/>
                    <a:pt x="30418" y="108029"/>
                    <a:pt x="30408" y="108045"/>
                  </a:cubicBezTo>
                  <a:lnTo>
                    <a:pt x="5131" y="93125"/>
                  </a:lnTo>
                  <a:cubicBezTo>
                    <a:pt x="5273" y="92758"/>
                    <a:pt x="5159" y="92325"/>
                    <a:pt x="4826" y="92087"/>
                  </a:cubicBezTo>
                  <a:cubicBezTo>
                    <a:pt x="4669" y="91975"/>
                    <a:pt x="4489" y="91921"/>
                    <a:pt x="4311" y="91921"/>
                  </a:cubicBezTo>
                  <a:cubicBezTo>
                    <a:pt x="4035" y="91921"/>
                    <a:pt x="3763" y="92050"/>
                    <a:pt x="3589" y="92291"/>
                  </a:cubicBezTo>
                  <a:cubicBezTo>
                    <a:pt x="3305" y="92688"/>
                    <a:pt x="3397" y="93241"/>
                    <a:pt x="3792" y="93527"/>
                  </a:cubicBezTo>
                  <a:cubicBezTo>
                    <a:pt x="3950" y="93639"/>
                    <a:pt x="4128" y="93692"/>
                    <a:pt x="4308" y="93692"/>
                  </a:cubicBezTo>
                  <a:cubicBezTo>
                    <a:pt x="4578" y="93692"/>
                    <a:pt x="4846" y="93566"/>
                    <a:pt x="5020" y="93332"/>
                  </a:cubicBezTo>
                  <a:lnTo>
                    <a:pt x="30310" y="108260"/>
                  </a:lnTo>
                  <a:cubicBezTo>
                    <a:pt x="30273" y="108387"/>
                    <a:pt x="30261" y="108519"/>
                    <a:pt x="30283" y="108652"/>
                  </a:cubicBezTo>
                  <a:cubicBezTo>
                    <a:pt x="30322" y="108886"/>
                    <a:pt x="30449" y="109090"/>
                    <a:pt x="30642" y="109228"/>
                  </a:cubicBezTo>
                  <a:cubicBezTo>
                    <a:pt x="30795" y="109337"/>
                    <a:pt x="30972" y="109394"/>
                    <a:pt x="31155" y="109394"/>
                  </a:cubicBezTo>
                  <a:cubicBezTo>
                    <a:pt x="31203" y="109394"/>
                    <a:pt x="31252" y="109389"/>
                    <a:pt x="31301" y="109382"/>
                  </a:cubicBezTo>
                  <a:cubicBezTo>
                    <a:pt x="31386" y="109367"/>
                    <a:pt x="31466" y="109337"/>
                    <a:pt x="31543" y="109302"/>
                  </a:cubicBezTo>
                  <a:lnTo>
                    <a:pt x="38242" y="118625"/>
                  </a:lnTo>
                  <a:lnTo>
                    <a:pt x="38274" y="118671"/>
                  </a:lnTo>
                  <a:lnTo>
                    <a:pt x="55072" y="119689"/>
                  </a:lnTo>
                  <a:cubicBezTo>
                    <a:pt x="55111" y="119923"/>
                    <a:pt x="55238" y="120126"/>
                    <a:pt x="55429" y="120263"/>
                  </a:cubicBezTo>
                  <a:cubicBezTo>
                    <a:pt x="55585" y="120375"/>
                    <a:pt x="55765" y="120428"/>
                    <a:pt x="55944" y="120428"/>
                  </a:cubicBezTo>
                  <a:cubicBezTo>
                    <a:pt x="56219" y="120428"/>
                    <a:pt x="56492" y="120300"/>
                    <a:pt x="56664" y="120059"/>
                  </a:cubicBezTo>
                  <a:cubicBezTo>
                    <a:pt x="56949" y="119663"/>
                    <a:pt x="56857" y="119109"/>
                    <a:pt x="56461" y="118824"/>
                  </a:cubicBezTo>
                  <a:cubicBezTo>
                    <a:pt x="56309" y="118716"/>
                    <a:pt x="56131" y="118659"/>
                    <a:pt x="55949" y="118659"/>
                  </a:cubicBezTo>
                  <a:cubicBezTo>
                    <a:pt x="55900" y="118659"/>
                    <a:pt x="55850" y="118663"/>
                    <a:pt x="55801" y="118671"/>
                  </a:cubicBezTo>
                  <a:cubicBezTo>
                    <a:pt x="55750" y="118679"/>
                    <a:pt x="55702" y="118694"/>
                    <a:pt x="55655" y="118710"/>
                  </a:cubicBezTo>
                  <a:lnTo>
                    <a:pt x="43893" y="102095"/>
                  </a:lnTo>
                  <a:cubicBezTo>
                    <a:pt x="43920" y="102077"/>
                    <a:pt x="43946" y="102056"/>
                    <a:pt x="43971" y="102035"/>
                  </a:cubicBezTo>
                  <a:lnTo>
                    <a:pt x="78639" y="127440"/>
                  </a:lnTo>
                  <a:cubicBezTo>
                    <a:pt x="78569" y="127597"/>
                    <a:pt x="78545" y="127770"/>
                    <a:pt x="78575" y="127942"/>
                  </a:cubicBezTo>
                  <a:cubicBezTo>
                    <a:pt x="78613" y="128175"/>
                    <a:pt x="78740" y="128380"/>
                    <a:pt x="78933" y="128518"/>
                  </a:cubicBezTo>
                  <a:cubicBezTo>
                    <a:pt x="79089" y="128630"/>
                    <a:pt x="79269" y="128683"/>
                    <a:pt x="79447" y="128683"/>
                  </a:cubicBezTo>
                  <a:cubicBezTo>
                    <a:pt x="79723" y="128683"/>
                    <a:pt x="79996" y="128555"/>
                    <a:pt x="80168" y="128314"/>
                  </a:cubicBezTo>
                  <a:cubicBezTo>
                    <a:pt x="80402" y="127987"/>
                    <a:pt x="80378" y="127555"/>
                    <a:pt x="80140" y="127252"/>
                  </a:cubicBezTo>
                  <a:lnTo>
                    <a:pt x="95125" y="110526"/>
                  </a:lnTo>
                  <a:cubicBezTo>
                    <a:pt x="95273" y="110624"/>
                    <a:pt x="95441" y="110672"/>
                    <a:pt x="95607" y="110672"/>
                  </a:cubicBezTo>
                  <a:cubicBezTo>
                    <a:pt x="95788" y="110672"/>
                    <a:pt x="95963" y="110612"/>
                    <a:pt x="96112" y="110507"/>
                  </a:cubicBezTo>
                  <a:lnTo>
                    <a:pt x="102491" y="121570"/>
                  </a:lnTo>
                  <a:cubicBezTo>
                    <a:pt x="102377" y="121631"/>
                    <a:pt x="102271" y="121716"/>
                    <a:pt x="102190" y="121830"/>
                  </a:cubicBezTo>
                  <a:cubicBezTo>
                    <a:pt x="101904" y="122228"/>
                    <a:pt x="101997" y="122780"/>
                    <a:pt x="102393" y="123065"/>
                  </a:cubicBezTo>
                  <a:cubicBezTo>
                    <a:pt x="102545" y="123175"/>
                    <a:pt x="102723" y="123231"/>
                    <a:pt x="102906" y="123231"/>
                  </a:cubicBezTo>
                  <a:cubicBezTo>
                    <a:pt x="102954" y="123231"/>
                    <a:pt x="103004" y="123228"/>
                    <a:pt x="103052" y="123219"/>
                  </a:cubicBezTo>
                  <a:cubicBezTo>
                    <a:pt x="103284" y="123181"/>
                    <a:pt x="103489" y="123053"/>
                    <a:pt x="103626" y="122861"/>
                  </a:cubicBezTo>
                  <a:cubicBezTo>
                    <a:pt x="103912" y="122464"/>
                    <a:pt x="103819" y="121910"/>
                    <a:pt x="103423" y="121625"/>
                  </a:cubicBezTo>
                  <a:cubicBezTo>
                    <a:pt x="103268" y="121514"/>
                    <a:pt x="103091" y="121463"/>
                    <a:pt x="102915" y="121463"/>
                  </a:cubicBezTo>
                  <a:cubicBezTo>
                    <a:pt x="102846" y="121463"/>
                    <a:pt x="102778" y="121470"/>
                    <a:pt x="102712" y="121485"/>
                  </a:cubicBezTo>
                  <a:lnTo>
                    <a:pt x="96287" y="110342"/>
                  </a:lnTo>
                  <a:cubicBezTo>
                    <a:pt x="96298" y="110329"/>
                    <a:pt x="96313" y="110318"/>
                    <a:pt x="96325" y="110302"/>
                  </a:cubicBezTo>
                  <a:cubicBezTo>
                    <a:pt x="96610" y="109904"/>
                    <a:pt x="96518" y="109351"/>
                    <a:pt x="96121" y="109066"/>
                  </a:cubicBezTo>
                  <a:cubicBezTo>
                    <a:pt x="95993" y="108973"/>
                    <a:pt x="95844" y="108923"/>
                    <a:pt x="95692" y="108908"/>
                  </a:cubicBezTo>
                  <a:lnTo>
                    <a:pt x="88325" y="78424"/>
                  </a:lnTo>
                  <a:cubicBezTo>
                    <a:pt x="88400" y="78392"/>
                    <a:pt x="88472" y="78351"/>
                    <a:pt x="88538" y="78298"/>
                  </a:cubicBezTo>
                  <a:lnTo>
                    <a:pt x="112640" y="101661"/>
                  </a:lnTo>
                  <a:cubicBezTo>
                    <a:pt x="112415" y="102050"/>
                    <a:pt x="112513" y="102555"/>
                    <a:pt x="112886" y="102822"/>
                  </a:cubicBezTo>
                  <a:cubicBezTo>
                    <a:pt x="113043" y="102935"/>
                    <a:pt x="113222" y="102988"/>
                    <a:pt x="113401" y="102988"/>
                  </a:cubicBezTo>
                  <a:cubicBezTo>
                    <a:pt x="113421" y="102988"/>
                    <a:pt x="113442" y="102983"/>
                    <a:pt x="113461" y="102982"/>
                  </a:cubicBezTo>
                  <a:lnTo>
                    <a:pt x="118567" y="120230"/>
                  </a:lnTo>
                  <a:cubicBezTo>
                    <a:pt x="118456" y="120292"/>
                    <a:pt x="118356" y="120375"/>
                    <a:pt x="118277" y="120485"/>
                  </a:cubicBezTo>
                  <a:cubicBezTo>
                    <a:pt x="117993" y="120882"/>
                    <a:pt x="118085" y="121436"/>
                    <a:pt x="118480" y="121721"/>
                  </a:cubicBezTo>
                  <a:cubicBezTo>
                    <a:pt x="118632" y="121830"/>
                    <a:pt x="118811" y="121886"/>
                    <a:pt x="118994" y="121886"/>
                  </a:cubicBezTo>
                  <a:cubicBezTo>
                    <a:pt x="119042" y="121886"/>
                    <a:pt x="119091" y="121882"/>
                    <a:pt x="119139" y="121875"/>
                  </a:cubicBezTo>
                  <a:cubicBezTo>
                    <a:pt x="119372" y="121835"/>
                    <a:pt x="119577" y="121709"/>
                    <a:pt x="119715" y="121516"/>
                  </a:cubicBezTo>
                  <a:cubicBezTo>
                    <a:pt x="119999" y="121118"/>
                    <a:pt x="119907" y="120565"/>
                    <a:pt x="119511" y="120281"/>
                  </a:cubicBezTo>
                  <a:cubicBezTo>
                    <a:pt x="119357" y="120170"/>
                    <a:pt x="119179" y="120118"/>
                    <a:pt x="119002" y="120118"/>
                  </a:cubicBezTo>
                  <a:cubicBezTo>
                    <a:pt x="118929" y="120118"/>
                    <a:pt x="118856" y="120127"/>
                    <a:pt x="118785" y="120144"/>
                  </a:cubicBezTo>
                  <a:lnTo>
                    <a:pt x="113690" y="102933"/>
                  </a:lnTo>
                  <a:cubicBezTo>
                    <a:pt x="113856" y="102876"/>
                    <a:pt x="114009" y="102773"/>
                    <a:pt x="114121" y="102619"/>
                  </a:cubicBezTo>
                  <a:cubicBezTo>
                    <a:pt x="114405" y="102222"/>
                    <a:pt x="114313" y="101668"/>
                    <a:pt x="113917" y="101384"/>
                  </a:cubicBezTo>
                  <a:cubicBezTo>
                    <a:pt x="113762" y="101272"/>
                    <a:pt x="113582" y="101219"/>
                    <a:pt x="113404" y="101219"/>
                  </a:cubicBezTo>
                  <a:cubicBezTo>
                    <a:pt x="113177" y="101219"/>
                    <a:pt x="112951" y="101307"/>
                    <a:pt x="112782" y="101473"/>
                  </a:cubicBezTo>
                  <a:lnTo>
                    <a:pt x="88698" y="78130"/>
                  </a:lnTo>
                  <a:cubicBezTo>
                    <a:pt x="88756" y="78050"/>
                    <a:pt x="88793" y="77963"/>
                    <a:pt x="88820" y="77873"/>
                  </a:cubicBezTo>
                  <a:lnTo>
                    <a:pt x="104040" y="80436"/>
                  </a:lnTo>
                  <a:cubicBezTo>
                    <a:pt x="104042" y="80710"/>
                    <a:pt x="104168" y="80979"/>
                    <a:pt x="104406" y="81151"/>
                  </a:cubicBezTo>
                  <a:cubicBezTo>
                    <a:pt x="104559" y="81260"/>
                    <a:pt x="104736" y="81316"/>
                    <a:pt x="104920" y="81316"/>
                  </a:cubicBezTo>
                  <a:cubicBezTo>
                    <a:pt x="104968" y="81316"/>
                    <a:pt x="105019" y="81312"/>
                    <a:pt x="105067" y="81303"/>
                  </a:cubicBezTo>
                  <a:cubicBezTo>
                    <a:pt x="105299" y="81265"/>
                    <a:pt x="105503" y="81138"/>
                    <a:pt x="105641" y="80945"/>
                  </a:cubicBezTo>
                  <a:cubicBezTo>
                    <a:pt x="105673" y="80901"/>
                    <a:pt x="105700" y="80853"/>
                    <a:pt x="105722" y="80805"/>
                  </a:cubicBezTo>
                  <a:lnTo>
                    <a:pt x="125340" y="86830"/>
                  </a:lnTo>
                  <a:cubicBezTo>
                    <a:pt x="125298" y="87143"/>
                    <a:pt x="125422" y="87472"/>
                    <a:pt x="125697" y="87670"/>
                  </a:cubicBezTo>
                  <a:cubicBezTo>
                    <a:pt x="125850" y="87779"/>
                    <a:pt x="126027" y="87835"/>
                    <a:pt x="126212" y="87835"/>
                  </a:cubicBezTo>
                  <a:cubicBezTo>
                    <a:pt x="126260" y="87835"/>
                    <a:pt x="126310" y="87831"/>
                    <a:pt x="126358" y="87823"/>
                  </a:cubicBezTo>
                  <a:cubicBezTo>
                    <a:pt x="126590" y="87784"/>
                    <a:pt x="126795" y="87657"/>
                    <a:pt x="126932" y="87464"/>
                  </a:cubicBezTo>
                  <a:cubicBezTo>
                    <a:pt x="127070" y="87272"/>
                    <a:pt x="127125" y="87039"/>
                    <a:pt x="127086" y="86804"/>
                  </a:cubicBezTo>
                  <a:cubicBezTo>
                    <a:pt x="127048" y="86571"/>
                    <a:pt x="126920" y="86367"/>
                    <a:pt x="126728" y="86229"/>
                  </a:cubicBezTo>
                  <a:cubicBezTo>
                    <a:pt x="126572" y="86117"/>
                    <a:pt x="126392" y="86063"/>
                    <a:pt x="126213" y="86063"/>
                  </a:cubicBezTo>
                  <a:cubicBezTo>
                    <a:pt x="125937" y="86063"/>
                    <a:pt x="125665" y="86191"/>
                    <a:pt x="125492" y="86432"/>
                  </a:cubicBezTo>
                  <a:cubicBezTo>
                    <a:pt x="125454" y="86486"/>
                    <a:pt x="125423" y="86543"/>
                    <a:pt x="125399" y="86602"/>
                  </a:cubicBezTo>
                  <a:lnTo>
                    <a:pt x="105791" y="80580"/>
                  </a:lnTo>
                  <a:cubicBezTo>
                    <a:pt x="105808" y="80484"/>
                    <a:pt x="105812" y="80386"/>
                    <a:pt x="105795" y="80285"/>
                  </a:cubicBezTo>
                  <a:cubicBezTo>
                    <a:pt x="105757" y="80052"/>
                    <a:pt x="105629" y="79848"/>
                    <a:pt x="105437" y="79710"/>
                  </a:cubicBezTo>
                  <a:cubicBezTo>
                    <a:pt x="105283" y="79599"/>
                    <a:pt x="105105" y="79547"/>
                    <a:pt x="104928" y="79547"/>
                  </a:cubicBezTo>
                  <a:cubicBezTo>
                    <a:pt x="104839" y="79547"/>
                    <a:pt x="104751" y="79560"/>
                    <a:pt x="104666" y="79586"/>
                  </a:cubicBezTo>
                  <a:lnTo>
                    <a:pt x="91291" y="59370"/>
                  </a:lnTo>
                  <a:cubicBezTo>
                    <a:pt x="91351" y="59320"/>
                    <a:pt x="91408" y="59265"/>
                    <a:pt x="91454" y="59199"/>
                  </a:cubicBezTo>
                  <a:cubicBezTo>
                    <a:pt x="91612" y="58980"/>
                    <a:pt x="91650" y="58716"/>
                    <a:pt x="91591" y="58473"/>
                  </a:cubicBezTo>
                  <a:lnTo>
                    <a:pt x="121723" y="42022"/>
                  </a:lnTo>
                  <a:cubicBezTo>
                    <a:pt x="121773" y="42082"/>
                    <a:pt x="121827" y="42140"/>
                    <a:pt x="121893" y="42188"/>
                  </a:cubicBezTo>
                  <a:cubicBezTo>
                    <a:pt x="122049" y="42300"/>
                    <a:pt x="122229" y="42354"/>
                    <a:pt x="122408" y="42354"/>
                  </a:cubicBezTo>
                  <a:cubicBezTo>
                    <a:pt x="122508" y="42354"/>
                    <a:pt x="122608" y="42331"/>
                    <a:pt x="122702" y="42298"/>
                  </a:cubicBezTo>
                  <a:lnTo>
                    <a:pt x="143453" y="68738"/>
                  </a:lnTo>
                  <a:cubicBezTo>
                    <a:pt x="143438" y="68755"/>
                    <a:pt x="143422" y="68770"/>
                    <a:pt x="143408" y="68787"/>
                  </a:cubicBezTo>
                  <a:cubicBezTo>
                    <a:pt x="143123" y="69184"/>
                    <a:pt x="143215" y="69738"/>
                    <a:pt x="143613" y="70023"/>
                  </a:cubicBezTo>
                  <a:cubicBezTo>
                    <a:pt x="143769" y="70135"/>
                    <a:pt x="143948" y="70188"/>
                    <a:pt x="144127" y="70188"/>
                  </a:cubicBezTo>
                  <a:cubicBezTo>
                    <a:pt x="144155" y="70188"/>
                    <a:pt x="144182" y="70181"/>
                    <a:pt x="144210" y="70179"/>
                  </a:cubicBezTo>
                  <a:lnTo>
                    <a:pt x="150276" y="95191"/>
                  </a:lnTo>
                  <a:cubicBezTo>
                    <a:pt x="150132" y="95254"/>
                    <a:pt x="150005" y="95352"/>
                    <a:pt x="149911" y="95484"/>
                  </a:cubicBezTo>
                  <a:cubicBezTo>
                    <a:pt x="149774" y="95676"/>
                    <a:pt x="149718" y="95910"/>
                    <a:pt x="149758" y="96144"/>
                  </a:cubicBezTo>
                  <a:cubicBezTo>
                    <a:pt x="149796" y="96377"/>
                    <a:pt x="149923" y="96581"/>
                    <a:pt x="150116" y="96719"/>
                  </a:cubicBezTo>
                  <a:cubicBezTo>
                    <a:pt x="150272" y="96832"/>
                    <a:pt x="150451" y="96885"/>
                    <a:pt x="150630" y="96885"/>
                  </a:cubicBezTo>
                  <a:cubicBezTo>
                    <a:pt x="150905" y="96885"/>
                    <a:pt x="151178" y="96757"/>
                    <a:pt x="151351" y="96516"/>
                  </a:cubicBezTo>
                  <a:cubicBezTo>
                    <a:pt x="151633" y="96119"/>
                    <a:pt x="151542" y="95564"/>
                    <a:pt x="151145" y="95281"/>
                  </a:cubicBezTo>
                  <a:cubicBezTo>
                    <a:pt x="150994" y="95171"/>
                    <a:pt x="150817" y="95116"/>
                    <a:pt x="150635" y="95116"/>
                  </a:cubicBezTo>
                  <a:cubicBezTo>
                    <a:pt x="150591" y="95116"/>
                    <a:pt x="150546" y="95119"/>
                    <a:pt x="150501" y="95126"/>
                  </a:cubicBezTo>
                  <a:lnTo>
                    <a:pt x="144439" y="70126"/>
                  </a:lnTo>
                  <a:cubicBezTo>
                    <a:pt x="144598" y="70068"/>
                    <a:pt x="144742" y="69967"/>
                    <a:pt x="144848" y="69819"/>
                  </a:cubicBezTo>
                  <a:cubicBezTo>
                    <a:pt x="145133" y="69422"/>
                    <a:pt x="145041" y="68869"/>
                    <a:pt x="144643" y="68584"/>
                  </a:cubicBezTo>
                  <a:cubicBezTo>
                    <a:pt x="144489" y="68473"/>
                    <a:pt x="144310" y="68419"/>
                    <a:pt x="144133" y="68419"/>
                  </a:cubicBezTo>
                  <a:cubicBezTo>
                    <a:pt x="143954" y="68419"/>
                    <a:pt x="143776" y="68474"/>
                    <a:pt x="143625" y="68579"/>
                  </a:cubicBezTo>
                  <a:lnTo>
                    <a:pt x="122923" y="42187"/>
                  </a:lnTo>
                  <a:cubicBezTo>
                    <a:pt x="123003" y="42130"/>
                    <a:pt x="123078" y="42066"/>
                    <a:pt x="123137" y="41982"/>
                  </a:cubicBezTo>
                  <a:cubicBezTo>
                    <a:pt x="123422" y="41585"/>
                    <a:pt x="123330" y="41031"/>
                    <a:pt x="122934" y="40747"/>
                  </a:cubicBezTo>
                  <a:cubicBezTo>
                    <a:pt x="122782" y="40638"/>
                    <a:pt x="122603" y="40581"/>
                    <a:pt x="122419" y="40581"/>
                  </a:cubicBezTo>
                  <a:cubicBezTo>
                    <a:pt x="122371" y="40581"/>
                    <a:pt x="122322" y="40585"/>
                    <a:pt x="122273" y="40593"/>
                  </a:cubicBezTo>
                  <a:cubicBezTo>
                    <a:pt x="122040" y="40632"/>
                    <a:pt x="121837" y="40759"/>
                    <a:pt x="121699" y="40952"/>
                  </a:cubicBezTo>
                  <a:cubicBezTo>
                    <a:pt x="121684" y="40972"/>
                    <a:pt x="121674" y="40993"/>
                    <a:pt x="121662" y="41015"/>
                  </a:cubicBezTo>
                  <a:lnTo>
                    <a:pt x="88927" y="19118"/>
                  </a:lnTo>
                  <a:cubicBezTo>
                    <a:pt x="89200" y="18723"/>
                    <a:pt x="89106" y="18178"/>
                    <a:pt x="88714" y="17898"/>
                  </a:cubicBezTo>
                  <a:cubicBezTo>
                    <a:pt x="88558" y="17786"/>
                    <a:pt x="88378" y="17733"/>
                    <a:pt x="88200" y="17733"/>
                  </a:cubicBezTo>
                  <a:cubicBezTo>
                    <a:pt x="87924" y="17733"/>
                    <a:pt x="87652" y="17861"/>
                    <a:pt x="87479" y="18101"/>
                  </a:cubicBezTo>
                  <a:cubicBezTo>
                    <a:pt x="87463" y="18124"/>
                    <a:pt x="87452" y="18149"/>
                    <a:pt x="87437" y="18172"/>
                  </a:cubicBezTo>
                  <a:lnTo>
                    <a:pt x="59626" y="948"/>
                  </a:lnTo>
                  <a:cubicBezTo>
                    <a:pt x="59646" y="651"/>
                    <a:pt x="59520" y="351"/>
                    <a:pt x="59262" y="166"/>
                  </a:cubicBezTo>
                  <a:cubicBezTo>
                    <a:pt x="59111" y="58"/>
                    <a:pt x="58932" y="0"/>
                    <a:pt x="587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>
              <a:off x="1522650" y="3538750"/>
              <a:ext cx="2417375" cy="1058350"/>
            </a:xfrm>
            <a:custGeom>
              <a:avLst/>
              <a:gdLst/>
              <a:ahLst/>
              <a:cxnLst/>
              <a:rect l="l" t="t" r="r" b="b"/>
              <a:pathLst>
                <a:path w="96695" h="42334" extrusionOk="0">
                  <a:moveTo>
                    <a:pt x="1008" y="1"/>
                  </a:moveTo>
                  <a:cubicBezTo>
                    <a:pt x="960" y="1"/>
                    <a:pt x="911" y="5"/>
                    <a:pt x="862" y="13"/>
                  </a:cubicBezTo>
                  <a:cubicBezTo>
                    <a:pt x="628" y="51"/>
                    <a:pt x="424" y="179"/>
                    <a:pt x="285" y="371"/>
                  </a:cubicBezTo>
                  <a:cubicBezTo>
                    <a:pt x="1" y="768"/>
                    <a:pt x="93" y="1321"/>
                    <a:pt x="489" y="1607"/>
                  </a:cubicBezTo>
                  <a:cubicBezTo>
                    <a:pt x="641" y="1716"/>
                    <a:pt x="819" y="1772"/>
                    <a:pt x="1002" y="1772"/>
                  </a:cubicBezTo>
                  <a:cubicBezTo>
                    <a:pt x="1050" y="1772"/>
                    <a:pt x="1100" y="1768"/>
                    <a:pt x="1148" y="1760"/>
                  </a:cubicBezTo>
                  <a:cubicBezTo>
                    <a:pt x="1382" y="1721"/>
                    <a:pt x="1585" y="1594"/>
                    <a:pt x="1724" y="1401"/>
                  </a:cubicBezTo>
                  <a:cubicBezTo>
                    <a:pt x="1775" y="1331"/>
                    <a:pt x="1812" y="1251"/>
                    <a:pt x="1839" y="1170"/>
                  </a:cubicBezTo>
                  <a:lnTo>
                    <a:pt x="49478" y="20273"/>
                  </a:lnTo>
                  <a:cubicBezTo>
                    <a:pt x="49259" y="20661"/>
                    <a:pt x="49358" y="21161"/>
                    <a:pt x="49729" y="21426"/>
                  </a:cubicBezTo>
                  <a:cubicBezTo>
                    <a:pt x="49886" y="21538"/>
                    <a:pt x="50065" y="21592"/>
                    <a:pt x="50244" y="21592"/>
                  </a:cubicBezTo>
                  <a:cubicBezTo>
                    <a:pt x="50520" y="21592"/>
                    <a:pt x="50792" y="21463"/>
                    <a:pt x="50965" y="21223"/>
                  </a:cubicBezTo>
                  <a:cubicBezTo>
                    <a:pt x="50983" y="21196"/>
                    <a:pt x="50997" y="21168"/>
                    <a:pt x="51011" y="21141"/>
                  </a:cubicBezTo>
                  <a:lnTo>
                    <a:pt x="70453" y="38632"/>
                  </a:lnTo>
                  <a:cubicBezTo>
                    <a:pt x="70320" y="38824"/>
                    <a:pt x="70266" y="39053"/>
                    <a:pt x="70304" y="39285"/>
                  </a:cubicBezTo>
                  <a:cubicBezTo>
                    <a:pt x="70342" y="39518"/>
                    <a:pt x="70469" y="39722"/>
                    <a:pt x="70662" y="39860"/>
                  </a:cubicBezTo>
                  <a:cubicBezTo>
                    <a:pt x="70818" y="39972"/>
                    <a:pt x="70998" y="40026"/>
                    <a:pt x="71176" y="40026"/>
                  </a:cubicBezTo>
                  <a:cubicBezTo>
                    <a:pt x="71452" y="40026"/>
                    <a:pt x="71725" y="39897"/>
                    <a:pt x="71897" y="39657"/>
                  </a:cubicBezTo>
                  <a:cubicBezTo>
                    <a:pt x="71957" y="39572"/>
                    <a:pt x="71998" y="39480"/>
                    <a:pt x="72025" y="39385"/>
                  </a:cubicBezTo>
                  <a:lnTo>
                    <a:pt x="94903" y="41502"/>
                  </a:lnTo>
                  <a:cubicBezTo>
                    <a:pt x="94919" y="41758"/>
                    <a:pt x="95040" y="42007"/>
                    <a:pt x="95266" y="42168"/>
                  </a:cubicBezTo>
                  <a:cubicBezTo>
                    <a:pt x="95423" y="42280"/>
                    <a:pt x="95601" y="42334"/>
                    <a:pt x="95781" y="42334"/>
                  </a:cubicBezTo>
                  <a:cubicBezTo>
                    <a:pt x="96056" y="42334"/>
                    <a:pt x="96329" y="42206"/>
                    <a:pt x="96502" y="41965"/>
                  </a:cubicBezTo>
                  <a:cubicBezTo>
                    <a:pt x="96639" y="41772"/>
                    <a:pt x="96694" y="41539"/>
                    <a:pt x="96655" y="41305"/>
                  </a:cubicBezTo>
                  <a:cubicBezTo>
                    <a:pt x="96620" y="41070"/>
                    <a:pt x="96493" y="40865"/>
                    <a:pt x="96301" y="40727"/>
                  </a:cubicBezTo>
                  <a:cubicBezTo>
                    <a:pt x="96148" y="40618"/>
                    <a:pt x="95971" y="40561"/>
                    <a:pt x="95788" y="40561"/>
                  </a:cubicBezTo>
                  <a:cubicBezTo>
                    <a:pt x="95739" y="40561"/>
                    <a:pt x="95690" y="40565"/>
                    <a:pt x="95641" y="40573"/>
                  </a:cubicBezTo>
                  <a:cubicBezTo>
                    <a:pt x="95408" y="40613"/>
                    <a:pt x="95203" y="40739"/>
                    <a:pt x="95065" y="40932"/>
                  </a:cubicBezTo>
                  <a:cubicBezTo>
                    <a:pt x="94993" y="41035"/>
                    <a:pt x="94944" y="41149"/>
                    <a:pt x="94920" y="41266"/>
                  </a:cubicBezTo>
                  <a:lnTo>
                    <a:pt x="72064" y="39153"/>
                  </a:lnTo>
                  <a:cubicBezTo>
                    <a:pt x="72068" y="38873"/>
                    <a:pt x="71940" y="38595"/>
                    <a:pt x="71697" y="38420"/>
                  </a:cubicBezTo>
                  <a:cubicBezTo>
                    <a:pt x="71545" y="38311"/>
                    <a:pt x="71367" y="38254"/>
                    <a:pt x="71183" y="38254"/>
                  </a:cubicBezTo>
                  <a:cubicBezTo>
                    <a:pt x="71134" y="38254"/>
                    <a:pt x="71085" y="38258"/>
                    <a:pt x="71036" y="38266"/>
                  </a:cubicBezTo>
                  <a:cubicBezTo>
                    <a:pt x="70879" y="38292"/>
                    <a:pt x="70737" y="38361"/>
                    <a:pt x="70617" y="38461"/>
                  </a:cubicBezTo>
                  <a:lnTo>
                    <a:pt x="51109" y="20911"/>
                  </a:lnTo>
                  <a:cubicBezTo>
                    <a:pt x="51188" y="20572"/>
                    <a:pt x="51063" y="20203"/>
                    <a:pt x="50764" y="19988"/>
                  </a:cubicBezTo>
                  <a:cubicBezTo>
                    <a:pt x="50609" y="19877"/>
                    <a:pt x="50430" y="19824"/>
                    <a:pt x="50253" y="19824"/>
                  </a:cubicBezTo>
                  <a:cubicBezTo>
                    <a:pt x="50023" y="19824"/>
                    <a:pt x="49796" y="19913"/>
                    <a:pt x="49627" y="20080"/>
                  </a:cubicBezTo>
                  <a:lnTo>
                    <a:pt x="1890" y="937"/>
                  </a:lnTo>
                  <a:cubicBezTo>
                    <a:pt x="1894" y="873"/>
                    <a:pt x="1893" y="807"/>
                    <a:pt x="1881" y="741"/>
                  </a:cubicBezTo>
                  <a:cubicBezTo>
                    <a:pt x="1842" y="507"/>
                    <a:pt x="1715" y="304"/>
                    <a:pt x="1523" y="167"/>
                  </a:cubicBezTo>
                  <a:cubicBezTo>
                    <a:pt x="1371" y="58"/>
                    <a:pt x="1192" y="1"/>
                    <a:pt x="1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Migration Project Proposal by Slidesgo">
  <a:themeElements>
    <a:clrScheme name="Simple Light">
      <a:dk1>
        <a:srgbClr val="241160"/>
      </a:dk1>
      <a:lt1>
        <a:srgbClr val="FFFFFF"/>
      </a:lt1>
      <a:dk2>
        <a:srgbClr val="E2E4FC"/>
      </a:dk2>
      <a:lt2>
        <a:srgbClr val="8861F1"/>
      </a:lt2>
      <a:accent1>
        <a:srgbClr val="545EEA"/>
      </a:accent1>
      <a:accent2>
        <a:srgbClr val="0B9CDC"/>
      </a:accent2>
      <a:accent3>
        <a:srgbClr val="01CFE6"/>
      </a:accent3>
      <a:accent4>
        <a:srgbClr val="FFFFFF"/>
      </a:accent4>
      <a:accent5>
        <a:srgbClr val="FFFFFF"/>
      </a:accent5>
      <a:accent6>
        <a:srgbClr val="FFFFFF"/>
      </a:accent6>
      <a:hlink>
        <a:srgbClr val="24116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342</Words>
  <Application>Microsoft Office PowerPoint</Application>
  <PresentationFormat>On-screen Show (16:9)</PresentationFormat>
  <Paragraphs>60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Space Grotesk Medium</vt:lpstr>
      <vt:lpstr>Cairo</vt:lpstr>
      <vt:lpstr>Space Grotesk</vt:lpstr>
      <vt:lpstr>Raleway</vt:lpstr>
      <vt:lpstr>Data Migration Project Proposal by Slidesgo</vt:lpstr>
      <vt:lpstr>Backup i restore mehanizmi u InfluxDB bazi podataka</vt:lpstr>
      <vt:lpstr>InfluxDB 3 Core</vt:lpstr>
      <vt:lpstr>Object storage</vt:lpstr>
      <vt:lpstr>Struktura podataka na disku </vt:lpstr>
      <vt:lpstr>Odsustvo ugrađenih alata</vt:lpstr>
      <vt:lpstr>Preporučeni redosled backup-a</vt:lpstr>
      <vt:lpstr>Backup na lokalnom fajl sistemu</vt:lpstr>
      <vt:lpstr>Backup na S3-kompatibilnom skladištu</vt:lpstr>
      <vt:lpstr>Preporučeni redosled restore-a</vt:lpstr>
      <vt:lpstr>Restore na lokalnom fajl sistemu</vt:lpstr>
      <vt:lpstr>Restore na S3-kompatibilnom skladištu</vt:lpstr>
      <vt:lpstr>Preporuke za vreme izvođenje backup-a i restore-a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Anita Golubovic</dc:creator>
  <cp:lastModifiedBy>Anita Golubovic</cp:lastModifiedBy>
  <cp:revision>23</cp:revision>
  <dcterms:modified xsi:type="dcterms:W3CDTF">2026-06-04T17:19:17Z</dcterms:modified>
</cp:coreProperties>
</file>